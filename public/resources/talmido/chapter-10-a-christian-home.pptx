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f5a1ee61b541a1" /><Relationship Type="http://schemas.openxmlformats.org/officeDocument/2006/relationships/extended-properties" Target="/docProps/app.xml" Id="Rff84a7b0200e468f" /><Relationship Type="http://schemas.openxmlformats.org/officeDocument/2006/relationships/officeDocument" Target="/ppt/presentation.xml" Id="R5ddc7ef910ec4875" /></Relationships>
</file>

<file path=ppt/presentation.xml><?xml version="1.0" encoding="utf-8"?>
<p:presentation xmlns:p="http://schemas.openxmlformats.org/presentationml/2006/main">
  <p:sldMasterIdLst>
    <p:sldMasterId xmlns:r="http://schemas.openxmlformats.org/officeDocument/2006/relationships" id="2147483648" r:id="Re0a1e23ccf6d4e4f"/>
  </p:sldMasterIdLst>
  <p:notesMasterIdLst>
    <p:notesMasterId xmlns:r="http://schemas.openxmlformats.org/officeDocument/2006/relationships" r:id="R41899a264c6c4a21"/>
  </p:notesMasterIdLst>
  <p:sldIdLst>
    <p:sldId xmlns:r="http://schemas.openxmlformats.org/officeDocument/2006/relationships" id="256" r:id="R68c049a713c14972"/>
    <p:sldId xmlns:r="http://schemas.openxmlformats.org/officeDocument/2006/relationships" id="257" r:id="R556523205980498b"/>
    <p:sldId xmlns:r="http://schemas.openxmlformats.org/officeDocument/2006/relationships" id="258" r:id="R828948980631452d"/>
    <p:sldId xmlns:r="http://schemas.openxmlformats.org/officeDocument/2006/relationships" id="259" r:id="Rb314a516ccd9477e"/>
    <p:sldId xmlns:r="http://schemas.openxmlformats.org/officeDocument/2006/relationships" id="260" r:id="Rae5176430d724066"/>
    <p:sldId xmlns:r="http://schemas.openxmlformats.org/officeDocument/2006/relationships" id="261" r:id="R3ce74b12b44f4f7a"/>
    <p:sldId xmlns:r="http://schemas.openxmlformats.org/officeDocument/2006/relationships" id="262" r:id="Rb2c7354d1e4a4041"/>
    <p:sldId xmlns:r="http://schemas.openxmlformats.org/officeDocument/2006/relationships" id="263" r:id="Rd5810aeabd97435a"/>
    <p:sldId xmlns:r="http://schemas.openxmlformats.org/officeDocument/2006/relationships" id="264" r:id="Re045fc5b64fd4e14"/>
    <p:sldId xmlns:r="http://schemas.openxmlformats.org/officeDocument/2006/relationships" id="265" r:id="Ra5d4a8c1f7d040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7fffb1ff734c8d" /><Relationship Type="http://schemas.openxmlformats.org/officeDocument/2006/relationships/slideMaster" Target="/ppt/slideMasters/slideMaster1.xml" Id="Re0a1e23ccf6d4e4f" /><Relationship Type="http://schemas.openxmlformats.org/officeDocument/2006/relationships/notesMaster" Target="/ppt/notesMasters/notesMaster1.xml" Id="R41899a264c6c4a21" /><Relationship Type="http://schemas.openxmlformats.org/officeDocument/2006/relationships/presProps" Target="/ppt/presProps.xml" Id="R6bf9f696874d4a9b" /><Relationship Type="http://schemas.openxmlformats.org/officeDocument/2006/relationships/tableStyles" Target="/ppt/tableStyles.xml" Id="R45cf7a1c56074a36" /><Relationship Type="http://schemas.openxmlformats.org/officeDocument/2006/relationships/slide" Target="/ppt/slides/slide1.xml" Id="R68c049a713c14972" /><Relationship Type="http://schemas.openxmlformats.org/officeDocument/2006/relationships/slide" Target="/ppt/slides/slide2.xml" Id="R556523205980498b" /><Relationship Type="http://schemas.openxmlformats.org/officeDocument/2006/relationships/slide" Target="/ppt/slides/slide3.xml" Id="R828948980631452d" /><Relationship Type="http://schemas.openxmlformats.org/officeDocument/2006/relationships/slide" Target="/ppt/slides/slide4.xml" Id="Rb314a516ccd9477e" /><Relationship Type="http://schemas.openxmlformats.org/officeDocument/2006/relationships/slide" Target="/ppt/slides/slide5.xml" Id="Rae5176430d724066" /><Relationship Type="http://schemas.openxmlformats.org/officeDocument/2006/relationships/slide" Target="/ppt/slides/slide6.xml" Id="R3ce74b12b44f4f7a" /><Relationship Type="http://schemas.openxmlformats.org/officeDocument/2006/relationships/slide" Target="/ppt/slides/slide7.xml" Id="Rb2c7354d1e4a4041" /><Relationship Type="http://schemas.openxmlformats.org/officeDocument/2006/relationships/slide" Target="/ppt/slides/slide8.xml" Id="Rd5810aeabd97435a" /><Relationship Type="http://schemas.openxmlformats.org/officeDocument/2006/relationships/slide" Target="/ppt/slides/slide9.xml" Id="Re045fc5b64fd4e14" /><Relationship Type="http://schemas.openxmlformats.org/officeDocument/2006/relationships/slide" Target="/ppt/slides/slide10.xml" Id="Ra5d4a8c1f7d040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215626004543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6909e0796b48d9" /><Relationship Type="http://schemas.openxmlformats.org/officeDocument/2006/relationships/notesMaster" Target="/ppt/notesMasters/notesMaster1.xml" Id="R041c2fec33fd42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87771ce8eb4dc9" /><Relationship Type="http://schemas.openxmlformats.org/officeDocument/2006/relationships/notesMaster" Target="/ppt/notesMasters/notesMaster1.xml" Id="Re76fb0b90b2147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c85094c03942a9" /><Relationship Type="http://schemas.openxmlformats.org/officeDocument/2006/relationships/notesMaster" Target="/ppt/notesMasters/notesMaster1.xml" Id="R782d00c60e474a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b8cd776368410f" /><Relationship Type="http://schemas.openxmlformats.org/officeDocument/2006/relationships/notesMaster" Target="/ppt/notesMasters/notesMaster1.xml" Id="R1439c45165864e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a2bffcfa7b4e1e" /><Relationship Type="http://schemas.openxmlformats.org/officeDocument/2006/relationships/notesMaster" Target="/ppt/notesMasters/notesMaster1.xml" Id="Re9ae998e870440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1b5c32ddf9496a" /><Relationship Type="http://schemas.openxmlformats.org/officeDocument/2006/relationships/notesMaster" Target="/ppt/notesMasters/notesMaster1.xml" Id="Re7bd9f87f6ca41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950920d97e497b" /><Relationship Type="http://schemas.openxmlformats.org/officeDocument/2006/relationships/notesMaster" Target="/ppt/notesMasters/notesMaster1.xml" Id="R033bc3ed6ea04a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8101559cd54dc0" /><Relationship Type="http://schemas.openxmlformats.org/officeDocument/2006/relationships/notesMaster" Target="/ppt/notesMasters/notesMaster1.xml" Id="R45ab4908becd48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5468e877df4a49" /><Relationship Type="http://schemas.openxmlformats.org/officeDocument/2006/relationships/notesMaster" Target="/ppt/notesMasters/notesMaster1.xml" Id="R8350acc0fa4246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11356d105b46b7" /><Relationship Type="http://schemas.openxmlformats.org/officeDocument/2006/relationships/notesMaster" Target="/ppt/notesMasters/notesMaster1.xml" Id="R3761d66d30c44d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12–15 minutes. Welcome different family structures and living situations. A Christian home is defined by its life in Christ, not its size, wealth, or furnishings.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56–60.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calls the family the smallest unit of the Church. Emphasize that children can practice faith through kindness and prayer in varied household circumstances.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house blessing is not a substitute for loving conduct. Explain annual renewal as part of the curriculum’s practice, with local arrangements guided by the parish priest.</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curriculum describes a table with white cloth, water, candles, cross, and incense, with room to pray facing east. Coordinate actual arrangements with the priest. The lesson emphasizes spiritual preparation, fasting, prayer, and charity.</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 includes Kauma, hymns, Gospel, prayers, blessing and sprinkling water, marking doorposts with the cross, Creed, incense, and benediction. Present the overall meaning instead of a rigid how-to ritual.</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57–60.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Retell Luke 19: Zacchaeus climbs a tree, Jesus welcomes him, and he promises half his goods to the poor and fourfold repayment for fraud. Emphasize repentance, restitution, and welcome. Image: Zacchaeus icon reproduced in the curriculum, printed p. 58.</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curriculum connects marked doorposts with Passover in Exodus 12 and recalls God’s protection of Noah and others. Explain these as biblical connections in the prayers, not a guarantee that a household will never face hardship.</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59–60.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application grounded in the lesson. Ask students to choose one realistic habit for the coming week. Do not require private family disclosures or suggest children are responsible for solving adult conflict.</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56, 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the answer slide. These are newly written curriculum-based practice questions. Accept equivalent meaning.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56–60.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detail: Zacchaeus promised half his goods to the poor and fourfold repayment for fraud. End by asking for one small, kind action students can practice this week.</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56–60.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59e22cd45f47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0e7882591b40df" /><Relationship Type="http://schemas.openxmlformats.org/officeDocument/2006/relationships/slideLayout" Target="/ppt/slideLayouts/slideLayout1.xml" Id="R5ac1c963e75341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c1c963e75341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29fc0cca904acf" /><Relationship Type="http://schemas.openxmlformats.org/officeDocument/2006/relationships/notesSlide" Target="/ppt/notesSlides/notesSlide1.xml" Id="R5835e247440f40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f9bccfda1343f9" /><Relationship Type="http://schemas.openxmlformats.org/officeDocument/2006/relationships/notesSlide" Target="/ppt/notesSlides/notesSlide2.xml" Id="R08df3551464240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c419e13914695" /><Relationship Type="http://schemas.openxmlformats.org/officeDocument/2006/relationships/notesSlide" Target="/ppt/notesSlides/notesSlide3.xml" Id="Rb5aaa44c7def48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f1565fe20443c9" /><Relationship Type="http://schemas.openxmlformats.org/officeDocument/2006/relationships/notesSlide" Target="/ppt/notesSlides/notesSlide4.xml" Id="Rb764d808fd2f4f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311ebfee274efd" /><Relationship Type="http://schemas.openxmlformats.org/officeDocument/2006/relationships/notesSlide" Target="/ppt/notesSlides/notesSlide5.xml" Id="Rfa527fae9a3847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5391ce6ccc4610" /><Relationship Type="http://schemas.openxmlformats.org/officeDocument/2006/relationships/image" Target="/ppt/media/image.png" Id="R27de7e82ad04422c" /><Relationship Type="http://schemas.openxmlformats.org/officeDocument/2006/relationships/notesSlide" Target="/ppt/notesSlides/notesSlide6.xml" Id="R07b97d55a3c04e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8dd9682f1d4319" /><Relationship Type="http://schemas.openxmlformats.org/officeDocument/2006/relationships/notesSlide" Target="/ppt/notesSlides/notesSlide7.xml" Id="R8b5aa50c1fa041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c1adbf34ad4c3c" /><Relationship Type="http://schemas.openxmlformats.org/officeDocument/2006/relationships/notesSlide" Target="/ppt/notesSlides/notesSlide8.xml" Id="R0256855f385643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f3804f25324c90" /><Relationship Type="http://schemas.openxmlformats.org/officeDocument/2006/relationships/notesSlide" Target="/ppt/notesSlides/notesSlide9.xml" Id="R5674d8232f7a4a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5477b6cd554907" /><Relationship Type="http://schemas.openxmlformats.org/officeDocument/2006/relationships/notesSlide" Target="/ppt/notesSlides/notesSlide10.xml" Id="R533d5d01795f4496" /></Relationships>
</file>

<file path=ppt/slides/slide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B23C22-6AE7-4C7B-B054-092DAF13F65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A Christian Home</a:t>
            </a:r>
          </a:p>
        </p:txBody>
      </p:sp>
      <p:sp>
        <p:nvSpPr>
          <p:cNvPr id="2" name="">
            <a:extLst xmlns:a="http://schemas.openxmlformats.org/drawingml/2006/main">
              <a:ext uri="{FF2B5EF4-FFF2-40B4-BE49-F238E27FC236}">
                <a16:creationId xmlns:a16="http://schemas.microsoft.com/office/drawing/2014/main" id="{88F40464-17B0-41ED-BE2B-7801A631406C}"/>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TALMIDO / CHAPTER 10</a:t>
            </a:r>
          </a:p>
        </p:txBody>
      </p:sp>
      <p:sp>
        <p:nvSpPr>
          <p:cNvPr id="3" name="">
            <a:extLst xmlns:a="http://schemas.openxmlformats.org/drawingml/2006/main">
              <a:ext uri="{FF2B5EF4-FFF2-40B4-BE49-F238E27FC236}">
                <a16:creationId xmlns:a16="http://schemas.microsoft.com/office/drawing/2014/main" id="{E0C171FD-57AC-4A66-A227-BBFA13DD0621}"/>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A home that welcomes Christ</a:t>
            </a:r>
          </a:p>
        </p:txBody>
      </p:sp>
      <p:sp>
        <p:nvSpPr>
          <p:cNvPr id="4" name="">
            <a:extLst xmlns:a="http://schemas.openxmlformats.org/drawingml/2006/main">
              <a:ext uri="{FF2B5EF4-FFF2-40B4-BE49-F238E27FC236}">
                <a16:creationId xmlns:a16="http://schemas.microsoft.com/office/drawing/2014/main" id="{98D627A7-A151-4400-9E85-3E91B7028E87}"/>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Prayer, love, and faith in everyday life.</a:t>
            </a:r>
          </a:p>
        </p:txBody>
      </p:sp>
      <p:sp>
        <p:nvSpPr>
          <p:cNvPr id="5" name="">
            <a:extLst xmlns:a="http://schemas.openxmlformats.org/drawingml/2006/main">
              <a:ext uri="{FF2B5EF4-FFF2-40B4-BE49-F238E27FC236}">
                <a16:creationId xmlns:a16="http://schemas.microsoft.com/office/drawing/2014/main" id="{5061937B-1164-482C-BE9F-9EE612D30D9C}"/>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56–60</a:t>
            </a:r>
          </a:p>
        </p:txBody>
      </p:sp>
      <p:sp>
        <p:nvSpPr>
          <p:cNvPr id="6" name="">
            <a:extLst xmlns:a="http://schemas.openxmlformats.org/drawingml/2006/main">
              <a:ext uri="{FF2B5EF4-FFF2-40B4-BE49-F238E27FC236}">
                <a16:creationId xmlns:a16="http://schemas.microsoft.com/office/drawing/2014/main" id="{E21C2418-4C13-4ECF-9321-8FC8F1A237A2}"/>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a:t>
            </a:r>
          </a:p>
        </p:txBody>
      </p:sp>
    </p:spTree>
    <p:extLst>
      <p:ext uri="{BB962C8B-B14F-4D97-AF65-F5344CB8AC3E}">
        <p14:creationId xmlns:p14="http://schemas.microsoft.com/office/powerpoint/2010/main" val="705328242"/>
      </p:ext>
    </p:extLst>
  </p:cSld>
</p:sld>
</file>

<file path=ppt/slides/slide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368649-0A39-4379-8444-101AC096B74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The home extends the life of the Church</a:t>
            </a:r>
          </a:p>
        </p:txBody>
      </p:sp>
      <p:sp>
        <p:nvSpPr>
          <p:cNvPr id="2" name="">
            <a:extLst xmlns:a="http://schemas.openxmlformats.org/drawingml/2006/main">
              <a:ext uri="{FF2B5EF4-FFF2-40B4-BE49-F238E27FC236}">
                <a16:creationId xmlns:a16="http://schemas.microsoft.com/office/drawing/2014/main" id="{D51408D0-7EB1-49E7-9AF9-B4B4FD0C9106}"/>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Faith is lived beyond the church building.</a:t>
            </a:r>
          </a:p>
        </p:txBody>
      </p:sp>
      <p:sp>
        <p:nvSpPr>
          <p:cNvPr id="3" name="">
            <a:extLst xmlns:a="http://schemas.openxmlformats.org/drawingml/2006/main">
              <a:ext uri="{FF2B5EF4-FFF2-40B4-BE49-F238E27FC236}">
                <a16:creationId xmlns:a16="http://schemas.microsoft.com/office/drawing/2014/main" id="{94497A12-6FAA-4209-878F-3C5CE71A8A1A}"/>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Families pray and give thanks together.</a:t>
            </a:r>
          </a:p>
        </p:txBody>
      </p:sp>
      <p:sp>
        <p:nvSpPr>
          <p:cNvPr id="4" name="">
            <a:extLst xmlns:a="http://schemas.openxmlformats.org/drawingml/2006/main">
              <a:ext uri="{FF2B5EF4-FFF2-40B4-BE49-F238E27FC236}">
                <a16:creationId xmlns:a16="http://schemas.microsoft.com/office/drawing/2014/main" id="{D02F41FF-61A6-4FDF-9A2E-D7E51D830572}"/>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Daily love makes our faith visible.</a:t>
            </a:r>
          </a:p>
        </p:txBody>
      </p:sp>
      <p:sp>
        <p:nvSpPr>
          <p:cNvPr id="5" name="">
            <a:extLst xmlns:a="http://schemas.openxmlformats.org/drawingml/2006/main">
              <a:ext uri="{FF2B5EF4-FFF2-40B4-BE49-F238E27FC236}">
                <a16:creationId xmlns:a16="http://schemas.microsoft.com/office/drawing/2014/main" id="{98F89BF5-E477-414E-84A3-094097F4F329}"/>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 56</a:t>
            </a:r>
          </a:p>
        </p:txBody>
      </p:sp>
      <p:sp>
        <p:nvSpPr>
          <p:cNvPr id="6" name="">
            <a:extLst xmlns:a="http://schemas.openxmlformats.org/drawingml/2006/main">
              <a:ext uri="{FF2B5EF4-FFF2-40B4-BE49-F238E27FC236}">
                <a16:creationId xmlns:a16="http://schemas.microsoft.com/office/drawing/2014/main" id="{CE1B0D7D-200F-4D3C-AFB3-8D801E0868A9}"/>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2</a:t>
            </a:r>
          </a:p>
        </p:txBody>
      </p:sp>
    </p:spTree>
    <p:extLst>
      <p:ext uri="{BB962C8B-B14F-4D97-AF65-F5344CB8AC3E}">
        <p14:creationId xmlns:p14="http://schemas.microsoft.com/office/powerpoint/2010/main" val="526799621"/>
      </p:ext>
    </p:extLst>
  </p:cSld>
</p:sld>
</file>

<file path=ppt/slides/slide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4CD217-B588-490C-8309-8122A7DAF25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Why bless a home?</a:t>
            </a:r>
          </a:p>
        </p:txBody>
      </p:sp>
      <p:sp>
        <p:nvSpPr>
          <p:cNvPr id="2" name="">
            <a:extLst xmlns:a="http://schemas.openxmlformats.org/drawingml/2006/main">
              <a:ext uri="{FF2B5EF4-FFF2-40B4-BE49-F238E27FC236}">
                <a16:creationId xmlns:a16="http://schemas.microsoft.com/office/drawing/2014/main" id="{87ADFB1C-3AE4-4758-ACC1-5380AFD238AE}"/>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dedicate our home and life to God.</a:t>
            </a:r>
          </a:p>
        </p:txBody>
      </p:sp>
      <p:sp>
        <p:nvSpPr>
          <p:cNvPr id="3" name="">
            <a:extLst xmlns:a="http://schemas.openxmlformats.org/drawingml/2006/main">
              <a:ext uri="{FF2B5EF4-FFF2-40B4-BE49-F238E27FC236}">
                <a16:creationId xmlns:a16="http://schemas.microsoft.com/office/drawing/2014/main" id="{C606458E-88EB-4C79-8BF3-57CFDE8ADB7C}"/>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ask for His presence and protection.</a:t>
            </a:r>
          </a:p>
        </p:txBody>
      </p:sp>
      <p:sp>
        <p:nvSpPr>
          <p:cNvPr id="4" name="">
            <a:extLst xmlns:a="http://schemas.openxmlformats.org/drawingml/2006/main">
              <a:ext uri="{FF2B5EF4-FFF2-40B4-BE49-F238E27FC236}">
                <a16:creationId xmlns:a16="http://schemas.microsoft.com/office/drawing/2014/main" id="{E28FA3F9-61E5-444A-BDB5-A541393F8469}"/>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renew our commitment to live in His love.</a:t>
            </a:r>
          </a:p>
        </p:txBody>
      </p:sp>
      <p:sp>
        <p:nvSpPr>
          <p:cNvPr id="5" name="">
            <a:extLst xmlns:a="http://schemas.openxmlformats.org/drawingml/2006/main">
              <a:ext uri="{FF2B5EF4-FFF2-40B4-BE49-F238E27FC236}">
                <a16:creationId xmlns:a16="http://schemas.microsoft.com/office/drawing/2014/main" id="{6A3D5E5A-06C6-41F9-8A02-580F84E25D0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56–57</a:t>
            </a:r>
          </a:p>
        </p:txBody>
      </p:sp>
      <p:sp>
        <p:nvSpPr>
          <p:cNvPr id="6" name="">
            <a:extLst xmlns:a="http://schemas.openxmlformats.org/drawingml/2006/main">
              <a:ext uri="{FF2B5EF4-FFF2-40B4-BE49-F238E27FC236}">
                <a16:creationId xmlns:a16="http://schemas.microsoft.com/office/drawing/2014/main" id="{E68B983C-BD4E-4D2F-AF81-856C927EAA80}"/>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3</a:t>
            </a:r>
          </a:p>
        </p:txBody>
      </p:sp>
    </p:spTree>
    <p:extLst>
      <p:ext uri="{BB962C8B-B14F-4D97-AF65-F5344CB8AC3E}">
        <p14:creationId xmlns:p14="http://schemas.microsoft.com/office/powerpoint/2010/main" val="4051562"/>
      </p:ext>
    </p:extLst>
  </p:cSld>
</p:sld>
</file>

<file path=ppt/slides/slide4.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43C210-FC6B-4133-8F21-B234BB2000C6}"/>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Prepare simply and prayerfully</a:t>
            </a:r>
          </a:p>
        </p:txBody>
      </p:sp>
      <p:sp>
        <p:nvSpPr>
          <p:cNvPr id="2" name="">
            <a:extLst xmlns:a="http://schemas.openxmlformats.org/drawingml/2006/main">
              <a:ext uri="{FF2B5EF4-FFF2-40B4-BE49-F238E27FC236}">
                <a16:creationId xmlns:a16="http://schemas.microsoft.com/office/drawing/2014/main" id="{1AA7C6C5-51DD-4E0D-A69B-57A2CFC6784F}"/>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Make space for prayer.</a:t>
            </a:r>
          </a:p>
        </p:txBody>
      </p:sp>
      <p:sp>
        <p:nvSpPr>
          <p:cNvPr id="3" name="">
            <a:extLst xmlns:a="http://schemas.openxmlformats.org/drawingml/2006/main">
              <a:ext uri="{FF2B5EF4-FFF2-40B4-BE49-F238E27FC236}">
                <a16:creationId xmlns:a16="http://schemas.microsoft.com/office/drawing/2014/main" id="{65C5B53E-0845-4F8E-998B-074CDA422610}"/>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Prepare the items the priest requests.</a:t>
            </a:r>
          </a:p>
        </p:txBody>
      </p:sp>
      <p:sp>
        <p:nvSpPr>
          <p:cNvPr id="4" name="">
            <a:extLst xmlns:a="http://schemas.openxmlformats.org/drawingml/2006/main">
              <a:ext uri="{FF2B5EF4-FFF2-40B4-BE49-F238E27FC236}">
                <a16:creationId xmlns:a16="http://schemas.microsoft.com/office/drawing/2014/main" id="{F662B5D0-2EDC-4108-AA39-8A3EC13A2082}"/>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Prayer and charity matter more than luxury.</a:t>
            </a:r>
          </a:p>
        </p:txBody>
      </p:sp>
      <p:sp>
        <p:nvSpPr>
          <p:cNvPr id="5" name="">
            <a:extLst xmlns:a="http://schemas.openxmlformats.org/drawingml/2006/main">
              <a:ext uri="{FF2B5EF4-FFF2-40B4-BE49-F238E27FC236}">
                <a16:creationId xmlns:a16="http://schemas.microsoft.com/office/drawing/2014/main" id="{FBA6B66C-A690-4F88-8B8E-CE48E178928A}"/>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 57</a:t>
            </a:r>
          </a:p>
        </p:txBody>
      </p:sp>
      <p:sp>
        <p:nvSpPr>
          <p:cNvPr id="6" name="">
            <a:extLst xmlns:a="http://schemas.openxmlformats.org/drawingml/2006/main">
              <a:ext uri="{FF2B5EF4-FFF2-40B4-BE49-F238E27FC236}">
                <a16:creationId xmlns:a16="http://schemas.microsoft.com/office/drawing/2014/main" id="{0E6CFD21-08FD-4E8E-B1C0-178385D4457E}"/>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4</a:t>
            </a:r>
          </a:p>
        </p:txBody>
      </p:sp>
    </p:spTree>
    <p:extLst>
      <p:ext uri="{BB962C8B-B14F-4D97-AF65-F5344CB8AC3E}">
        <p14:creationId xmlns:p14="http://schemas.microsoft.com/office/powerpoint/2010/main" val="1242435242"/>
      </p:ext>
    </p:extLst>
  </p:cSld>
</p:sld>
</file>

<file path=ppt/slides/slide5.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AE03BC-3CE6-436B-8BB0-02E0B6883EE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What happens at a house blessing?</a:t>
            </a:r>
          </a:p>
        </p:txBody>
      </p:sp>
      <p:sp>
        <p:nvSpPr>
          <p:cNvPr id="2" name="">
            <a:extLst xmlns:a="http://schemas.openxmlformats.org/drawingml/2006/main">
              <a:ext uri="{FF2B5EF4-FFF2-40B4-BE49-F238E27FC236}">
                <a16:creationId xmlns:a16="http://schemas.microsoft.com/office/drawing/2014/main" id="{250C5DB6-D4E7-45B3-8973-A0B71FF4C2C3}"/>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household gathers for prayer.</a:t>
            </a:r>
          </a:p>
        </p:txBody>
      </p:sp>
      <p:sp>
        <p:nvSpPr>
          <p:cNvPr id="3" name="">
            <a:extLst xmlns:a="http://schemas.openxmlformats.org/drawingml/2006/main">
              <a:ext uri="{FF2B5EF4-FFF2-40B4-BE49-F238E27FC236}">
                <a16:creationId xmlns:a16="http://schemas.microsoft.com/office/drawing/2014/main" id="{055D238E-27DA-4B54-8BF9-831A43E38075}"/>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hear the Gospel and share the Church’s faith.</a:t>
            </a:r>
          </a:p>
        </p:txBody>
      </p:sp>
      <p:sp>
        <p:nvSpPr>
          <p:cNvPr id="4" name="">
            <a:extLst xmlns:a="http://schemas.openxmlformats.org/drawingml/2006/main">
              <a:ext uri="{FF2B5EF4-FFF2-40B4-BE49-F238E27FC236}">
                <a16:creationId xmlns:a16="http://schemas.microsoft.com/office/drawing/2014/main" id="{3027F84C-E3B4-4B55-B4DF-0067A4A4D054}"/>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Blessed water and the cross mark the home.</a:t>
            </a:r>
          </a:p>
        </p:txBody>
      </p:sp>
      <p:sp>
        <p:nvSpPr>
          <p:cNvPr id="5" name="">
            <a:extLst xmlns:a="http://schemas.openxmlformats.org/drawingml/2006/main">
              <a:ext uri="{FF2B5EF4-FFF2-40B4-BE49-F238E27FC236}">
                <a16:creationId xmlns:a16="http://schemas.microsoft.com/office/drawing/2014/main" id="{B1CA8DB6-592D-44CA-9D40-B8EFBC1D425A}"/>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57–60</a:t>
            </a:r>
          </a:p>
        </p:txBody>
      </p:sp>
      <p:sp>
        <p:nvSpPr>
          <p:cNvPr id="6" name="">
            <a:extLst xmlns:a="http://schemas.openxmlformats.org/drawingml/2006/main">
              <a:ext uri="{FF2B5EF4-FFF2-40B4-BE49-F238E27FC236}">
                <a16:creationId xmlns:a16="http://schemas.microsoft.com/office/drawing/2014/main" id="{CBDB7B99-6FAE-4D08-9968-184ED8FAC79E}"/>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5</a:t>
            </a:r>
          </a:p>
        </p:txBody>
      </p:sp>
    </p:spTree>
    <p:extLst>
      <p:ext uri="{BB962C8B-B14F-4D97-AF65-F5344CB8AC3E}">
        <p14:creationId xmlns:p14="http://schemas.microsoft.com/office/powerpoint/2010/main" val="1226966277"/>
      </p:ext>
    </p:extLst>
  </p:cSld>
</p:sld>
</file>

<file path=ppt/slides/slide6.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570EC7-4019-4D89-904D-DFFA8C7DD280}"/>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Zacchaeus welcomes Jesus</a:t>
            </a:r>
          </a:p>
        </p:txBody>
      </p:sp>
      <p:sp>
        <p:nvSpPr>
          <p:cNvPr id="2" name="">
            <a:extLst xmlns:a="http://schemas.openxmlformats.org/drawingml/2006/main">
              <a:ext uri="{FF2B5EF4-FFF2-40B4-BE49-F238E27FC236}">
                <a16:creationId xmlns:a16="http://schemas.microsoft.com/office/drawing/2014/main" id="{FE050A37-8BB5-4DF0-93C2-E581EFB3E758}"/>
              </a:ext>
            </a:extLst>
          </p:cNvPr>
          <p:cNvSpPr>
            <a:spLocks xmlns:a="http://schemas.openxmlformats.org/drawingml/2006/main" noGrp="1"/>
          </p:cNvSpPr>
          <p:nvPr/>
        </p:nvSpPr>
        <p:spPr>
          <a:xfrm xmlns:a="http://schemas.openxmlformats.org/drawingml/2006/main">
            <a:off x="685800" y="195262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Zacchaeus wants to see Jesus.</a:t>
            </a:r>
          </a:p>
        </p:txBody>
      </p:sp>
      <p:sp>
        <p:nvSpPr>
          <p:cNvPr id="3" name="">
            <a:extLst xmlns:a="http://schemas.openxmlformats.org/drawingml/2006/main">
              <a:ext uri="{FF2B5EF4-FFF2-40B4-BE49-F238E27FC236}">
                <a16:creationId xmlns:a16="http://schemas.microsoft.com/office/drawing/2014/main" id="{DE788DA0-2269-4464-99FD-B79FC2779D95}"/>
              </a:ext>
            </a:extLst>
          </p:cNvPr>
          <p:cNvSpPr>
            <a:spLocks xmlns:a="http://schemas.openxmlformats.org/drawingml/2006/main" noGrp="1"/>
          </p:cNvSpPr>
          <p:nvPr/>
        </p:nvSpPr>
        <p:spPr>
          <a:xfrm xmlns:a="http://schemas.openxmlformats.org/drawingml/2006/main">
            <a:off x="685800" y="319087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Jesus comes to his home.</a:t>
            </a:r>
          </a:p>
        </p:txBody>
      </p:sp>
      <p:sp>
        <p:nvSpPr>
          <p:cNvPr id="4" name="">
            <a:extLst xmlns:a="http://schemas.openxmlformats.org/drawingml/2006/main">
              <a:ext uri="{FF2B5EF4-FFF2-40B4-BE49-F238E27FC236}">
                <a16:creationId xmlns:a16="http://schemas.microsoft.com/office/drawing/2014/main" id="{6102ADE6-75D1-4B9A-81FF-317272F21CA0}"/>
              </a:ext>
            </a:extLst>
          </p:cNvPr>
          <p:cNvSpPr>
            <a:spLocks xmlns:a="http://schemas.openxmlformats.org/drawingml/2006/main" noGrp="1"/>
          </p:cNvSpPr>
          <p:nvPr/>
        </p:nvSpPr>
        <p:spPr>
          <a:xfrm xmlns:a="http://schemas.openxmlformats.org/drawingml/2006/main">
            <a:off x="685800" y="442912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C66C"/>
                </a:solidFill>
                <a:latin typeface="Helvetica Neue"/>
                <a:ea typeface="Helvetica Neue"/>
                <a:cs typeface="Helvetica Neue"/>
              </a:defRPr>
            </a:pPr>
            <a:r>
              <a:rPr sz="2250" b="0">
                <a:solidFill>
                  <a:srgbClr val="E8C66C"/>
                </a:solidFill>
                <a:latin typeface="Helvetica Neue"/>
                <a:ea typeface="Helvetica Neue"/>
                <a:cs typeface="Helvetica Neue"/>
              </a:rPr>
              <a:t>A changed heart leads to generous action.</a:t>
            </a:r>
          </a:p>
        </p:txBody>
      </p:sp>
      <p:sp>
        <p:nvSpPr>
          <p:cNvPr id="5" name="">
            <a:extLst xmlns:a="http://schemas.openxmlformats.org/drawingml/2006/main">
              <a:ext uri="{FF2B5EF4-FFF2-40B4-BE49-F238E27FC236}">
                <a16:creationId xmlns:a16="http://schemas.microsoft.com/office/drawing/2014/main" id="{64466E43-5BE2-45EB-BE24-3BB4DA181EB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 58</a:t>
            </a:r>
          </a:p>
        </p:txBody>
      </p:sp>
      <p:sp>
        <p:nvSpPr>
          <p:cNvPr id="6" name="">
            <a:extLst xmlns:a="http://schemas.openxmlformats.org/drawingml/2006/main">
              <a:ext uri="{FF2B5EF4-FFF2-40B4-BE49-F238E27FC236}">
                <a16:creationId xmlns:a16="http://schemas.microsoft.com/office/drawing/2014/main" id="{10E80078-025E-4097-8116-FC24F34A2D83}"/>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7de7e82ad04422c"/>
          <a:stretch xmlns:a="http://schemas.openxmlformats.org/drawingml/2006/main"/>
        </p:blipFill>
        <p:spPr>
          <a:xfrm xmlns:a="http://schemas.openxmlformats.org/drawingml/2006/main">
            <a:off x="7366756" y="1952625"/>
            <a:ext cx="3840238" cy="3810000"/>
          </a:xfrm>
          <a:prstGeom xmlns:a="http://schemas.openxmlformats.org/drawingml/2006/main" prst="rect">
            <a:avLst/>
          </a:prstGeom>
        </p:spPr>
      </p:pic>
    </p:spTree>
    <p:extLst>
      <p:ext uri="{BB962C8B-B14F-4D97-AF65-F5344CB8AC3E}">
        <p14:creationId xmlns:p14="http://schemas.microsoft.com/office/powerpoint/2010/main" val="215399455"/>
      </p:ext>
    </p:extLst>
  </p:cSld>
</p:sld>
</file>

<file path=ppt/slides/slide7.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EF4767-DDA2-45D6-8779-87D5E92C751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Signs that help us remember</a:t>
            </a:r>
          </a:p>
        </p:txBody>
      </p:sp>
      <p:sp>
        <p:nvSpPr>
          <p:cNvPr id="2" name="">
            <a:extLst xmlns:a="http://schemas.openxmlformats.org/drawingml/2006/main">
              <a:ext uri="{FF2B5EF4-FFF2-40B4-BE49-F238E27FC236}">
                <a16:creationId xmlns:a16="http://schemas.microsoft.com/office/drawing/2014/main" id="{601280F3-D9FB-4391-9686-689AC4D7B2DC}"/>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Blessed water points us toward God’s blessing.</a:t>
            </a:r>
          </a:p>
        </p:txBody>
      </p:sp>
      <p:sp>
        <p:nvSpPr>
          <p:cNvPr id="3" name="">
            <a:extLst xmlns:a="http://schemas.openxmlformats.org/drawingml/2006/main">
              <a:ext uri="{FF2B5EF4-FFF2-40B4-BE49-F238E27FC236}">
                <a16:creationId xmlns:a16="http://schemas.microsoft.com/office/drawing/2014/main" id="{2CE7A898-AA50-47A4-A72D-FED73393D396}"/>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cross marks our belonging to Christ.</a:t>
            </a:r>
          </a:p>
        </p:txBody>
      </p:sp>
      <p:sp>
        <p:nvSpPr>
          <p:cNvPr id="4" name="">
            <a:extLst xmlns:a="http://schemas.openxmlformats.org/drawingml/2006/main">
              <a:ext uri="{FF2B5EF4-FFF2-40B4-BE49-F238E27FC236}">
                <a16:creationId xmlns:a16="http://schemas.microsoft.com/office/drawing/2014/main" id="{BC2F27B5-73B5-47F6-A8A8-2ADA48535313}"/>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pray for the living and the departed.</a:t>
            </a:r>
          </a:p>
        </p:txBody>
      </p:sp>
      <p:sp>
        <p:nvSpPr>
          <p:cNvPr id="5" name="">
            <a:extLst xmlns:a="http://schemas.openxmlformats.org/drawingml/2006/main">
              <a:ext uri="{FF2B5EF4-FFF2-40B4-BE49-F238E27FC236}">
                <a16:creationId xmlns:a16="http://schemas.microsoft.com/office/drawing/2014/main" id="{4AFFBCAD-6E0B-480F-BF4F-18FD12C173F7}"/>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59–60</a:t>
            </a:r>
          </a:p>
        </p:txBody>
      </p:sp>
      <p:sp>
        <p:nvSpPr>
          <p:cNvPr id="6" name="">
            <a:extLst xmlns:a="http://schemas.openxmlformats.org/drawingml/2006/main">
              <a:ext uri="{FF2B5EF4-FFF2-40B4-BE49-F238E27FC236}">
                <a16:creationId xmlns:a16="http://schemas.microsoft.com/office/drawing/2014/main" id="{6BE919C5-7D1F-4B06-955C-E8CAE0F427BE}"/>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7</a:t>
            </a:r>
          </a:p>
        </p:txBody>
      </p:sp>
    </p:spTree>
    <p:extLst>
      <p:ext uri="{BB962C8B-B14F-4D97-AF65-F5344CB8AC3E}">
        <p14:creationId xmlns:p14="http://schemas.microsoft.com/office/powerpoint/2010/main" val="481812146"/>
      </p:ext>
    </p:extLst>
  </p:cSld>
</p:sld>
</file>

<file path=ppt/slides/slide8.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7632B5-12B0-4549-975E-5BD339DF016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Keep the blessing alive each day</a:t>
            </a:r>
          </a:p>
        </p:txBody>
      </p:sp>
      <p:sp>
        <p:nvSpPr>
          <p:cNvPr id="2" name="">
            <a:extLst xmlns:a="http://schemas.openxmlformats.org/drawingml/2006/main">
              <a:ext uri="{FF2B5EF4-FFF2-40B4-BE49-F238E27FC236}">
                <a16:creationId xmlns:a16="http://schemas.microsoft.com/office/drawing/2014/main" id="{E75A7B65-1FFF-43E1-BCCC-85E89D162032}"/>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Give thanks together.</a:t>
            </a:r>
          </a:p>
        </p:txBody>
      </p:sp>
      <p:sp>
        <p:nvSpPr>
          <p:cNvPr id="3" name="">
            <a:extLst xmlns:a="http://schemas.openxmlformats.org/drawingml/2006/main">
              <a:ext uri="{FF2B5EF4-FFF2-40B4-BE49-F238E27FC236}">
                <a16:creationId xmlns:a16="http://schemas.microsoft.com/office/drawing/2014/main" id="{CE2535CB-1D03-40C6-9C08-19A7E74C5B9B}"/>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Forgive and work through disagreements.</a:t>
            </a:r>
          </a:p>
        </p:txBody>
      </p:sp>
      <p:sp>
        <p:nvSpPr>
          <p:cNvPr id="4" name="">
            <a:extLst xmlns:a="http://schemas.openxmlformats.org/drawingml/2006/main">
              <a:ext uri="{FF2B5EF4-FFF2-40B4-BE49-F238E27FC236}">
                <a16:creationId xmlns:a16="http://schemas.microsoft.com/office/drawing/2014/main" id="{856C7478-E0AC-4094-9832-3D8A8AD076EB}"/>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Share what you have with someone in need.</a:t>
            </a:r>
          </a:p>
        </p:txBody>
      </p:sp>
      <p:sp>
        <p:nvSpPr>
          <p:cNvPr id="5" name="">
            <a:extLst xmlns:a="http://schemas.openxmlformats.org/drawingml/2006/main">
              <a:ext uri="{FF2B5EF4-FFF2-40B4-BE49-F238E27FC236}">
                <a16:creationId xmlns:a16="http://schemas.microsoft.com/office/drawing/2014/main" id="{2AA545B2-60AA-4124-B1AE-D4B1CF82232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56, 60</a:t>
            </a:r>
          </a:p>
        </p:txBody>
      </p:sp>
      <p:sp>
        <p:nvSpPr>
          <p:cNvPr id="6" name="">
            <a:extLst xmlns:a="http://schemas.openxmlformats.org/drawingml/2006/main">
              <a:ext uri="{FF2B5EF4-FFF2-40B4-BE49-F238E27FC236}">
                <a16:creationId xmlns:a16="http://schemas.microsoft.com/office/drawing/2014/main" id="{95F35660-6F6E-4318-B24D-3CED3B92E29D}"/>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8</a:t>
            </a:r>
          </a:p>
        </p:txBody>
      </p:sp>
    </p:spTree>
    <p:extLst>
      <p:ext uri="{BB962C8B-B14F-4D97-AF65-F5344CB8AC3E}">
        <p14:creationId xmlns:p14="http://schemas.microsoft.com/office/powerpoint/2010/main" val="1507525778"/>
      </p:ext>
    </p:extLst>
  </p:cSld>
</p:sld>
</file>

<file path=ppt/slides/slide9.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59BFCC-A378-44C0-9561-12E0836E8837}"/>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Chapter 10 quick quiz</a:t>
            </a:r>
          </a:p>
        </p:txBody>
      </p:sp>
      <p:sp>
        <p:nvSpPr>
          <p:cNvPr id="2" name="">
            <a:extLst xmlns:a="http://schemas.openxmlformats.org/drawingml/2006/main">
              <a:ext uri="{FF2B5EF4-FFF2-40B4-BE49-F238E27FC236}">
                <a16:creationId xmlns:a16="http://schemas.microsoft.com/office/drawing/2014/main" id="{02EFE34F-C44C-44AE-8B29-1A165CD17674}"/>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1. Why do we ask for a house blessing?</a:t>
            </a:r>
          </a:p>
        </p:txBody>
      </p:sp>
      <p:sp>
        <p:nvSpPr>
          <p:cNvPr id="3" name="">
            <a:extLst xmlns:a="http://schemas.openxmlformats.org/drawingml/2006/main">
              <a:ext uri="{FF2B5EF4-FFF2-40B4-BE49-F238E27FC236}">
                <a16:creationId xmlns:a16="http://schemas.microsoft.com/office/drawing/2014/main" id="{C2D8AA30-7CE0-4D0B-935C-7A28F45354A1}"/>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2. How did Zacchaeus show a changed heart?</a:t>
            </a:r>
          </a:p>
        </p:txBody>
      </p:sp>
      <p:sp>
        <p:nvSpPr>
          <p:cNvPr id="4" name="">
            <a:extLst xmlns:a="http://schemas.openxmlformats.org/drawingml/2006/main">
              <a:ext uri="{FF2B5EF4-FFF2-40B4-BE49-F238E27FC236}">
                <a16:creationId xmlns:a16="http://schemas.microsoft.com/office/drawing/2014/main" id="{58FF78F3-C0B7-4C82-BA06-64AB817D262A}"/>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3. Name one habit of a Christian home.</a:t>
            </a:r>
          </a:p>
        </p:txBody>
      </p:sp>
      <p:sp>
        <p:nvSpPr>
          <p:cNvPr id="5" name="">
            <a:extLst xmlns:a="http://schemas.openxmlformats.org/drawingml/2006/main">
              <a:ext uri="{FF2B5EF4-FFF2-40B4-BE49-F238E27FC236}">
                <a16:creationId xmlns:a16="http://schemas.microsoft.com/office/drawing/2014/main" id="{7B308521-3F51-463C-AB6B-B2B0BC4E1E34}"/>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56–60</a:t>
            </a:r>
          </a:p>
        </p:txBody>
      </p:sp>
      <p:sp>
        <p:nvSpPr>
          <p:cNvPr id="6" name="">
            <a:extLst xmlns:a="http://schemas.openxmlformats.org/drawingml/2006/main">
              <a:ext uri="{FF2B5EF4-FFF2-40B4-BE49-F238E27FC236}">
                <a16:creationId xmlns:a16="http://schemas.microsoft.com/office/drawing/2014/main" id="{CF245881-A2FF-4509-93DD-C1FD3BBAF483}"/>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9</a:t>
            </a:r>
          </a:p>
        </p:txBody>
      </p:sp>
    </p:spTree>
    <p:extLst>
      <p:ext uri="{BB962C8B-B14F-4D97-AF65-F5344CB8AC3E}">
        <p14:creationId xmlns:p14="http://schemas.microsoft.com/office/powerpoint/2010/main" val="1583797045"/>
      </p:ext>
    </p:extLst>
  </p:cSld>
</p:sld>
</file>

<file path=ppt/slides/slide10.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A5EBE1-E7E9-4BBD-B062-91A776931A5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Answers and one idea to remember</a:t>
            </a:r>
          </a:p>
        </p:txBody>
      </p:sp>
      <p:sp>
        <p:nvSpPr>
          <p:cNvPr id="2" name="">
            <a:extLst xmlns:a="http://schemas.openxmlformats.org/drawingml/2006/main">
              <a:ext uri="{FF2B5EF4-FFF2-40B4-BE49-F238E27FC236}">
                <a16:creationId xmlns:a16="http://schemas.microsoft.com/office/drawing/2014/main" id="{F19295C5-DC81-457F-BE9A-616B00AC07E7}"/>
              </a:ext>
            </a:extLst>
          </p:cNvPr>
          <p:cNvSpPr>
            <a:spLocks xmlns:a="http://schemas.openxmlformats.org/drawingml/2006/main" noGrp="1"/>
          </p:cNvSpPr>
          <p:nvPr/>
        </p:nvSpPr>
        <p:spPr>
          <a:xfrm xmlns:a="http://schemas.openxmlformats.org/drawingml/2006/main">
            <a:off x="685800" y="1952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1. To dedicate our home and life to God.</a:t>
            </a:r>
          </a:p>
        </p:txBody>
      </p:sp>
      <p:sp>
        <p:nvSpPr>
          <p:cNvPr id="3" name="">
            <a:extLst xmlns:a="http://schemas.openxmlformats.org/drawingml/2006/main">
              <a:ext uri="{FF2B5EF4-FFF2-40B4-BE49-F238E27FC236}">
                <a16:creationId xmlns:a16="http://schemas.microsoft.com/office/drawing/2014/main" id="{B6F3A480-119B-4563-B664-F37C7A8E7846}"/>
              </a:ext>
            </a:extLst>
          </p:cNvPr>
          <p:cNvSpPr>
            <a:spLocks xmlns:a="http://schemas.openxmlformats.org/drawingml/2006/main" noGrp="1"/>
          </p:cNvSpPr>
          <p:nvPr/>
        </p:nvSpPr>
        <p:spPr>
          <a:xfrm xmlns:a="http://schemas.openxmlformats.org/drawingml/2006/main">
            <a:off x="685800" y="28860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2. He gave to the poor and promised repayment.</a:t>
            </a:r>
          </a:p>
        </p:txBody>
      </p:sp>
      <p:sp>
        <p:nvSpPr>
          <p:cNvPr id="4" name="">
            <a:extLst xmlns:a="http://schemas.openxmlformats.org/drawingml/2006/main">
              <a:ext uri="{FF2B5EF4-FFF2-40B4-BE49-F238E27FC236}">
                <a16:creationId xmlns:a16="http://schemas.microsoft.com/office/drawing/2014/main" id="{6C322914-5013-425B-92AE-62750B339ACE}"/>
              </a:ext>
            </a:extLst>
          </p:cNvPr>
          <p:cNvSpPr>
            <a:spLocks xmlns:a="http://schemas.openxmlformats.org/drawingml/2006/main" noGrp="1"/>
          </p:cNvSpPr>
          <p:nvPr/>
        </p:nvSpPr>
        <p:spPr>
          <a:xfrm xmlns:a="http://schemas.openxmlformats.org/drawingml/2006/main">
            <a:off x="685800" y="3819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3. Prayer, gratitude, forgiveness, or generosity.</a:t>
            </a:r>
          </a:p>
        </p:txBody>
      </p:sp>
      <p:sp>
        <p:nvSpPr>
          <p:cNvPr id="5" name="">
            <a:extLst xmlns:a="http://schemas.openxmlformats.org/drawingml/2006/main">
              <a:ext uri="{FF2B5EF4-FFF2-40B4-BE49-F238E27FC236}">
                <a16:creationId xmlns:a16="http://schemas.microsoft.com/office/drawing/2014/main" id="{F438EAFC-D67C-4337-AF19-F76C3211E291}"/>
              </a:ext>
            </a:extLst>
          </p:cNvPr>
          <p:cNvSpPr>
            <a:spLocks xmlns:a="http://schemas.openxmlformats.org/drawingml/2006/main" noGrp="1"/>
          </p:cNvSpPr>
          <p:nvPr/>
        </p:nvSpPr>
        <p:spPr>
          <a:xfrm xmlns:a="http://schemas.openxmlformats.org/drawingml/2006/main">
            <a:off x="685800" y="47529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A Christian home lives Christ’s love.</a:t>
            </a:r>
          </a:p>
        </p:txBody>
      </p:sp>
      <p:sp>
        <p:nvSpPr>
          <p:cNvPr id="6" name="">
            <a:extLst xmlns:a="http://schemas.openxmlformats.org/drawingml/2006/main">
              <a:ext uri="{FF2B5EF4-FFF2-40B4-BE49-F238E27FC236}">
                <a16:creationId xmlns:a16="http://schemas.microsoft.com/office/drawing/2014/main" id="{86E876CF-4224-4826-B3B2-3972F0C2357A}"/>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10   /   pp. 56–60</a:t>
            </a:r>
          </a:p>
        </p:txBody>
      </p:sp>
      <p:sp>
        <p:nvSpPr>
          <p:cNvPr id="7" name="">
            <a:extLst xmlns:a="http://schemas.openxmlformats.org/drawingml/2006/main">
              <a:ext uri="{FF2B5EF4-FFF2-40B4-BE49-F238E27FC236}">
                <a16:creationId xmlns:a16="http://schemas.microsoft.com/office/drawing/2014/main" id="{4BC97E7E-9AF4-4FB2-9B05-812E10350170}"/>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10</a:t>
            </a:r>
          </a:p>
        </p:txBody>
      </p:sp>
    </p:spTree>
    <p:extLst>
      <p:ext uri="{BB962C8B-B14F-4D97-AF65-F5344CB8AC3E}">
        <p14:creationId xmlns:p14="http://schemas.microsoft.com/office/powerpoint/2010/main" val="1603121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2026-10-07T19:23:51.0530000Z</dcterms:created>
  <dcterms:modified xsi:type="dcterms:W3CDTF">2026-10-07T19:23:51.0530000Z</dcterms:modified>
</coreProperties>
</file>