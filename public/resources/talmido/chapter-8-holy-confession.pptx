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1643ad392f46cb" /><Relationship Type="http://schemas.openxmlformats.org/officeDocument/2006/relationships/extended-properties" Target="/docProps/app.xml" Id="Rba633e985bf84ba3" /><Relationship Type="http://schemas.openxmlformats.org/officeDocument/2006/relationships/officeDocument" Target="/ppt/presentation.xml" Id="Re22f453564504a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a0eea76705492e"/>
  </p:sldMasterIdLst>
  <p:notesMasterIdLst>
    <p:notesMasterId xmlns:r="http://schemas.openxmlformats.org/officeDocument/2006/relationships" r:id="Rbbf88585e9864b36"/>
  </p:notesMasterIdLst>
  <p:sldIdLst>
    <p:sldId xmlns:r="http://schemas.openxmlformats.org/officeDocument/2006/relationships" id="256" r:id="R4c4424a7984c422a"/>
    <p:sldId xmlns:r="http://schemas.openxmlformats.org/officeDocument/2006/relationships" id="257" r:id="Rfe3bf57195c54179"/>
    <p:sldId xmlns:r="http://schemas.openxmlformats.org/officeDocument/2006/relationships" id="258" r:id="R1a23607b400d4f48"/>
    <p:sldId xmlns:r="http://schemas.openxmlformats.org/officeDocument/2006/relationships" id="259" r:id="Rb3676fe4dab74e85"/>
    <p:sldId xmlns:r="http://schemas.openxmlformats.org/officeDocument/2006/relationships" id="260" r:id="R2a351d2d09fe4396"/>
    <p:sldId xmlns:r="http://schemas.openxmlformats.org/officeDocument/2006/relationships" id="261" r:id="Rd3871ab983c9457b"/>
    <p:sldId xmlns:r="http://schemas.openxmlformats.org/officeDocument/2006/relationships" id="262" r:id="Rf1b0fa8ead624c0c"/>
    <p:sldId xmlns:r="http://schemas.openxmlformats.org/officeDocument/2006/relationships" id="263" r:id="Rfa18a32cb4e4458f"/>
    <p:sldId xmlns:r="http://schemas.openxmlformats.org/officeDocument/2006/relationships" id="264" r:id="R5b61f46795b34366"/>
    <p:sldId xmlns:r="http://schemas.openxmlformats.org/officeDocument/2006/relationships" id="265" r:id="R41474e821cb444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cefd21e4e047fc" /><Relationship Type="http://schemas.openxmlformats.org/officeDocument/2006/relationships/slideMaster" Target="/ppt/slideMasters/slideMaster1.xml" Id="R99a0eea76705492e" /><Relationship Type="http://schemas.openxmlformats.org/officeDocument/2006/relationships/notesMaster" Target="/ppt/notesMasters/notesMaster1.xml" Id="Rbbf88585e9864b36" /><Relationship Type="http://schemas.openxmlformats.org/officeDocument/2006/relationships/presProps" Target="/ppt/presProps.xml" Id="Rf024943bf3644c54" /><Relationship Type="http://schemas.openxmlformats.org/officeDocument/2006/relationships/tableStyles" Target="/ppt/tableStyles.xml" Id="R03886884ec954fba" /><Relationship Type="http://schemas.openxmlformats.org/officeDocument/2006/relationships/slide" Target="/ppt/slides/slide1.xml" Id="R4c4424a7984c422a" /><Relationship Type="http://schemas.openxmlformats.org/officeDocument/2006/relationships/slide" Target="/ppt/slides/slide2.xml" Id="Rfe3bf57195c54179" /><Relationship Type="http://schemas.openxmlformats.org/officeDocument/2006/relationships/slide" Target="/ppt/slides/slide3.xml" Id="R1a23607b400d4f48" /><Relationship Type="http://schemas.openxmlformats.org/officeDocument/2006/relationships/slide" Target="/ppt/slides/slide4.xml" Id="Rb3676fe4dab74e85" /><Relationship Type="http://schemas.openxmlformats.org/officeDocument/2006/relationships/slide" Target="/ppt/slides/slide5.xml" Id="R2a351d2d09fe4396" /><Relationship Type="http://schemas.openxmlformats.org/officeDocument/2006/relationships/slide" Target="/ppt/slides/slide6.xml" Id="Rd3871ab983c9457b" /><Relationship Type="http://schemas.openxmlformats.org/officeDocument/2006/relationships/slide" Target="/ppt/slides/slide7.xml" Id="Rf1b0fa8ead624c0c" /><Relationship Type="http://schemas.openxmlformats.org/officeDocument/2006/relationships/slide" Target="/ppt/slides/slide8.xml" Id="Rfa18a32cb4e4458f" /><Relationship Type="http://schemas.openxmlformats.org/officeDocument/2006/relationships/slide" Target="/ppt/slides/slide9.xml" Id="R5b61f46795b34366" /><Relationship Type="http://schemas.openxmlformats.org/officeDocument/2006/relationships/slide" Target="/ppt/slides/slide10.xml" Id="R41474e821cb444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7d57e648d746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a2f8d465184fb3" /><Relationship Type="http://schemas.openxmlformats.org/officeDocument/2006/relationships/notesMaster" Target="/ppt/notesMasters/notesMaster1.xml" Id="R47f114b2a9ce47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5838d64d5d4303" /><Relationship Type="http://schemas.openxmlformats.org/officeDocument/2006/relationships/notesMaster" Target="/ppt/notesMasters/notesMaster1.xml" Id="R2981f24d491d41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fa4bb5a85341b9" /><Relationship Type="http://schemas.openxmlformats.org/officeDocument/2006/relationships/notesMaster" Target="/ppt/notesMasters/notesMaster1.xml" Id="R11de2d08167c46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26802f330e4e13" /><Relationship Type="http://schemas.openxmlformats.org/officeDocument/2006/relationships/notesMaster" Target="/ppt/notesMasters/notesMaster1.xml" Id="R7da74367957949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8e2836bdb44106" /><Relationship Type="http://schemas.openxmlformats.org/officeDocument/2006/relationships/notesMaster" Target="/ppt/notesMasters/notesMaster1.xml" Id="R0e05de8bc6bf4c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e06923c4ed4e4f" /><Relationship Type="http://schemas.openxmlformats.org/officeDocument/2006/relationships/notesMaster" Target="/ppt/notesMasters/notesMaster1.xml" Id="Re4ee8f4675cf43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f802b3a619454b" /><Relationship Type="http://schemas.openxmlformats.org/officeDocument/2006/relationships/notesMaster" Target="/ppt/notesMasters/notesMaster1.xml" Id="R7085ddc0c05b49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fcffa10b0e4e49" /><Relationship Type="http://schemas.openxmlformats.org/officeDocument/2006/relationships/notesMaster" Target="/ppt/notesMasters/notesMaster1.xml" Id="R78beb7b11fd948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8f1e3d10694da5" /><Relationship Type="http://schemas.openxmlformats.org/officeDocument/2006/relationships/notesMaster" Target="/ppt/notesMasters/notesMaster1.xml" Id="R7696c348623244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519c74fa794b28" /><Relationship Type="http://schemas.openxmlformats.org/officeDocument/2006/relationships/notesMaster" Target="/ppt/notesMasters/notesMaster1.xml" Id="R3776b4b89cf943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12–15 minutes. Keep discussion about the lesson and fictional examples. Never ask children to confess personal sins to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47–50.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spiritual sickness is an image for sin and our need for healing. Do not equate physical illness or disability with moral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p. 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retell the prodigal son: leaving, recognizing his need, returning, and being welcomed. The lost sheep likewise shows joy over repentance; see Luke 15:7. Image: prodigal son icon reproduced in the supplied curriculum, printed p. 47.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p. 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John 20:23 as the lesson’s foundation. Ordained ministry continues through apostolic succession and the laying on of hands. A priest does not replace God; he ministers within Christ’s Church.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p. 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quiet examination of conscience privately. Explain that honesty matters more than impressive words. Ask one’s priest for guidance on preparation and frequency. Do not collect students’ written examinations.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48–49.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Being forgiven does not make every consequence disappear. Repair might include correcting a rumor or returning something. Forgiveness does not mean hiding harm or avoiding help from a trusted adult.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49–50.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confession with renewing baptismal commitments and with peace before the Eucharist. Preparation and frequency should follow guidance from the student’s priest or spiritual father.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p. 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classroom application. Possible answers: stop repeating the rumor, tell the truth to those misled, apologize, ask God’s forgiveness, and seek guidance. Do not ask whether students have done this.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49–50.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for answers. These are newly written curriculum-based questions. Accept meaning, not exact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48–50.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the father’s welcome in the prodigal son. Repentance involves real effort and trust in God’s mercy, not despair or public shame.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curriculum. Teaching summaries and practice questions are paraphrased. Printed pp. 47–50.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960ca3f234d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e1f02d9d5b45e1" /><Relationship Type="http://schemas.openxmlformats.org/officeDocument/2006/relationships/slideLayout" Target="/ppt/slideLayouts/slideLayout1.xml" Id="R1649d66cea8340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49d66cea8340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dfc413c9343d6" /><Relationship Type="http://schemas.openxmlformats.org/officeDocument/2006/relationships/notesSlide" Target="/ppt/notesSlides/notesSlide1.xml" Id="R6a7c7d04d57144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d086818704777" /><Relationship Type="http://schemas.openxmlformats.org/officeDocument/2006/relationships/notesSlide" Target="/ppt/notesSlides/notesSlide2.xml" Id="R4374c1e863d0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296d31f7b46b7" /><Relationship Type="http://schemas.openxmlformats.org/officeDocument/2006/relationships/image" Target="/ppt/media/image.png" Id="R9ade5fd9bfd54794" /><Relationship Type="http://schemas.openxmlformats.org/officeDocument/2006/relationships/notesSlide" Target="/ppt/notesSlides/notesSlide3.xml" Id="Rbff53b9cd3a946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8fa610c4e4de3" /><Relationship Type="http://schemas.openxmlformats.org/officeDocument/2006/relationships/notesSlide" Target="/ppt/notesSlides/notesSlide4.xml" Id="Re0de6615de1c4f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53589fd2741cf" /><Relationship Type="http://schemas.openxmlformats.org/officeDocument/2006/relationships/notesSlide" Target="/ppt/notesSlides/notesSlide5.xml" Id="Rb8b2c6ae0897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12c1a120345aa" /><Relationship Type="http://schemas.openxmlformats.org/officeDocument/2006/relationships/notesSlide" Target="/ppt/notesSlides/notesSlide6.xml" Id="Reb7a41e173694e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5d1faf4044596" /><Relationship Type="http://schemas.openxmlformats.org/officeDocument/2006/relationships/notesSlide" Target="/ppt/notesSlides/notesSlide7.xml" Id="Rf0b6211793064f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57187ad8c430f" /><Relationship Type="http://schemas.openxmlformats.org/officeDocument/2006/relationships/notesSlide" Target="/ppt/notesSlides/notesSlide8.xml" Id="R4c103c12be004f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15d53a9e74757" /><Relationship Type="http://schemas.openxmlformats.org/officeDocument/2006/relationships/notesSlide" Target="/ppt/notesSlides/notesSlide9.xml" Id="R29459b6304f24a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b29e4b9d048ee" /><Relationship Type="http://schemas.openxmlformats.org/officeDocument/2006/relationships/notesSlide" Target="/ppt/notesSlides/notesSlide10.xml" Id="R1ef36bbe5fde44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4DEB1-3F04-47FF-B57D-44D8E91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Holy Confession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D9710-B0F4-4FBA-802D-F5F993E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TALMIDO / CHAPTER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50C9A-B59E-4A1C-9A45-5FB96E44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Returning to our loving Father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17AB7-DC8A-4844-818B-5B1B97C8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Repentance, forgiveness, and a new beginning.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83C6E-D426-4B61-8707-91595026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pp. 47–50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0E19D-ED34-4C50-A7ED-78AA4B37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90284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D9BF-D6E9-432F-9B19-6AEE2CC9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Sin wounds our relationship with God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5FAD4-478B-4B0B-A001-5D050EB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The lesson compares sin to spiritual sickness.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ACD5A-29F8-4211-9D23-572B317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God wants to heal and restore 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A5660-17FE-441F-B350-F0AAC0F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Confession is a return to His love.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475A7-677A-4A35-80CD-C4FBFB1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p. 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9EE2C-DAAD-4012-BD41-4F3A712F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6642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F4ABB-5C92-487D-85CD-45BF53BD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The father welcomes his 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CAD14-810B-4B05-9DC3-E785EEE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The prodigal son turns back toward home.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0D862-0E60-438D-997A-413AD91E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His father receives him with love.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56898-3449-4F7B-B00B-72BA2879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Repentance means turning back to God.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D2D8B-1CB3-4919-8AA9-29B48B91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p. 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1A339-1A17-4AD3-A46C-C3EB3FCA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e5fd9bfd54794"/>
          <a:stretch xmlns:a="http://schemas.openxmlformats.org/drawingml/2006/main"/>
        </p:blipFill>
        <p:spPr>
          <a:xfrm xmlns:a="http://schemas.openxmlformats.org/drawingml/2006/main">
            <a:off x="7143750" y="2254192"/>
            <a:ext cx="4286250" cy="32068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27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AFA65-62ED-4F13-B0B3-548922D2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God forgives; the priest ministers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0FA76-4246-43AE-8303-A0A8149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God is the source of forgiveness.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11EBA-C46B-4F75-9084-AA523201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The priest is a witness and spiritual guide.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34735-AC44-4A50-882A-A2B6AD8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Christ entrusted a ministry of forgiveness to the Apostles.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F2532-CA48-4CD0-A65E-343340DF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p.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D405E-002B-458F-8BB5-C110DA4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225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1FEF8-8106-4C29-8A12-02D93C02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Prepare with honesty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457F1-37EE-4FFF-AB5C-8655BE7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Examine your thoughts, words, and 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6DD52-22C6-4931-AFAD-4E289399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Be sorry and willing to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D0F7F-50FE-4FF3-BBA4-A5FF2A7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You may write reminders before confession.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5D158-D596-40D6-9BDD-732837B2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pp. 48–49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43DDA-2E7A-4B75-BD78-12881DF1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20034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23D43-74DE-4322-8451-0702992C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Repentance becomes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21AF4-164F-43C7-AB69-12C8685F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Ask forgiveness when you hurt someone.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C3BEC-12E5-4F4F-9BC5-DA17B6DE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Try to repair the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6ACEE-B51A-454A-89F9-1DE68A35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Forgive others and ask God for help to grow.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602D1-030F-437F-9909-68DEF13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pp. 49–50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CE5B1-0D7A-45F4-B0C7-FD199FC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345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9C5BB-BA5D-4F87-A8F1-FA389C73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Confession belongs to our life in Christ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3BD68-949D-4CC6-B0DE-252FC41C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It renews our commitment to God.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604FD-56F6-4C90-9D64-3582909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It helps restore relationships.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CAF98-8CEB-4B02-AF6B-46D4931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It supports preparation for Holy Communion.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66F40-9621-47C2-B152-395AF90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p.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2A818-ED0D-4AD5-BA3C-686EF3F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46755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57CFC-B607-4A05-845C-6D5FAEEE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A chance to begin again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5798E-3A09-4607-9978-5CC1E4A0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Someone spreads an unkind rumor.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461EF-7FF1-4658-8013-C6687B0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Later, they realize the harm they caused.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90B50-2F14-46F9-AD60-8C7E9C57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What would sincere repentance look like?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D57B1-AD09-4DA2-9641-BEE6F096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pp. 49–50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946F1-F568-49DD-BC7E-21721422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4365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A15A8-D2AA-413F-9D82-E921050D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Chapter 8 quick quiz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3490D-23F3-4DEE-8A4C-2C22208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1. Who is the source of forgiveness?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80876-6B5C-4EBB-B132-9565737E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2. How can we prepare for confession?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523B5-1BDA-4C00-87D8-1F0ADAEF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3. Is repentance only saying “sorry”?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DA6B6-D8D5-4700-80B2-1D9F88A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pp. 48–50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961FF-3032-490D-A4A5-C8A1776E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2098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066A6-3C39-4C7C-A216-7FE2D925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Answers and one idea to remember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24A68-82ED-469A-8A5E-43A361E2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1. God; the priest ministers as witness and guide.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A99EA-6619-4EE1-8A36-8979C3EC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2. Examine ourselves honestly and desire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27F36-99CC-496B-80C2-568E38AD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0E5"/>
                </a:solidFill>
                <a:latin typeface="Helvetica Neue"/>
                <a:ea typeface="Helvetica Neue"/>
                <a:cs typeface="Helvetica Neue"/>
              </a:rPr>
              <a:t>3. No. We turn back to God and try to repair harm.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59601-7F42-4DA9-901E-A2C32015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8C66C"/>
                </a:solidFill>
                <a:latin typeface="Helvetica Neue"/>
                <a:ea typeface="Helvetica Neue"/>
                <a:cs typeface="Helvetica Neue"/>
              </a:rPr>
              <a:t>God welcomes us back into His love.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0D417-E7AE-41AB-8CA8-5CE6F97F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Talmido 8   /   pp. 47–50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BD635-5375-4128-A40C-CCEE8A0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5D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7685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2026-10-07T19:23:46.6000000Z</dcterms:created>
  <dcterms:modified xsi:type="dcterms:W3CDTF">2026-10-07T19:23:46.6000000Z</dcterms:modified>
</coreProperties>
</file>