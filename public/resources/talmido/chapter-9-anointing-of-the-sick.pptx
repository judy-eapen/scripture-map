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5bc519570e4316" /><Relationship Type="http://schemas.openxmlformats.org/officeDocument/2006/relationships/extended-properties" Target="/docProps/app.xml" Id="R0e26fc7837784ef4" /><Relationship Type="http://schemas.openxmlformats.org/officeDocument/2006/relationships/officeDocument" Target="/ppt/presentation.xml" Id="Rd1b2cd56cdd04f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4c93c7b0104acd"/>
  </p:sldMasterIdLst>
  <p:notesMasterIdLst>
    <p:notesMasterId xmlns:r="http://schemas.openxmlformats.org/officeDocument/2006/relationships" r:id="Rea39c8a354b7418a"/>
  </p:notesMasterIdLst>
  <p:sldIdLst>
    <p:sldId xmlns:r="http://schemas.openxmlformats.org/officeDocument/2006/relationships" id="256" r:id="Ra00a8466186d454f"/>
    <p:sldId xmlns:r="http://schemas.openxmlformats.org/officeDocument/2006/relationships" id="257" r:id="R236b2afdd8d74725"/>
    <p:sldId xmlns:r="http://schemas.openxmlformats.org/officeDocument/2006/relationships" id="258" r:id="R26f1e2381cb24aff"/>
    <p:sldId xmlns:r="http://schemas.openxmlformats.org/officeDocument/2006/relationships" id="259" r:id="Rfb117fb2bf164dfa"/>
    <p:sldId xmlns:r="http://schemas.openxmlformats.org/officeDocument/2006/relationships" id="260" r:id="R88bed9ba65d746b1"/>
    <p:sldId xmlns:r="http://schemas.openxmlformats.org/officeDocument/2006/relationships" id="261" r:id="Ra5841355efd143a4"/>
    <p:sldId xmlns:r="http://schemas.openxmlformats.org/officeDocument/2006/relationships" id="262" r:id="Rc666e465488d43d9"/>
    <p:sldId xmlns:r="http://schemas.openxmlformats.org/officeDocument/2006/relationships" id="263" r:id="R01330ef7ff3e42b6"/>
    <p:sldId xmlns:r="http://schemas.openxmlformats.org/officeDocument/2006/relationships" id="264" r:id="R18321655a4e3466c"/>
    <p:sldId xmlns:r="http://schemas.openxmlformats.org/officeDocument/2006/relationships" id="265" r:id="Rd3cbebeedb51416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53fecd83aa49ad" /><Relationship Type="http://schemas.openxmlformats.org/officeDocument/2006/relationships/slideMaster" Target="/ppt/slideMasters/slideMaster1.xml" Id="R7b4c93c7b0104acd" /><Relationship Type="http://schemas.openxmlformats.org/officeDocument/2006/relationships/notesMaster" Target="/ppt/notesMasters/notesMaster1.xml" Id="Rea39c8a354b7418a" /><Relationship Type="http://schemas.openxmlformats.org/officeDocument/2006/relationships/presProps" Target="/ppt/presProps.xml" Id="R2351ce630b2b45a7" /><Relationship Type="http://schemas.openxmlformats.org/officeDocument/2006/relationships/tableStyles" Target="/ppt/tableStyles.xml" Id="R14a8c239dbb740e4" /><Relationship Type="http://schemas.openxmlformats.org/officeDocument/2006/relationships/slide" Target="/ppt/slides/slide1.xml" Id="Ra00a8466186d454f" /><Relationship Type="http://schemas.openxmlformats.org/officeDocument/2006/relationships/slide" Target="/ppt/slides/slide2.xml" Id="R236b2afdd8d74725" /><Relationship Type="http://schemas.openxmlformats.org/officeDocument/2006/relationships/slide" Target="/ppt/slides/slide3.xml" Id="R26f1e2381cb24aff" /><Relationship Type="http://schemas.openxmlformats.org/officeDocument/2006/relationships/slide" Target="/ppt/slides/slide4.xml" Id="Rfb117fb2bf164dfa" /><Relationship Type="http://schemas.openxmlformats.org/officeDocument/2006/relationships/slide" Target="/ppt/slides/slide5.xml" Id="R88bed9ba65d746b1" /><Relationship Type="http://schemas.openxmlformats.org/officeDocument/2006/relationships/slide" Target="/ppt/slides/slide6.xml" Id="Ra5841355efd143a4" /><Relationship Type="http://schemas.openxmlformats.org/officeDocument/2006/relationships/slide" Target="/ppt/slides/slide7.xml" Id="Rc666e465488d43d9" /><Relationship Type="http://schemas.openxmlformats.org/officeDocument/2006/relationships/slide" Target="/ppt/slides/slide8.xml" Id="R01330ef7ff3e42b6" /><Relationship Type="http://schemas.openxmlformats.org/officeDocument/2006/relationships/slide" Target="/ppt/slides/slide9.xml" Id="R18321655a4e3466c" /><Relationship Type="http://schemas.openxmlformats.org/officeDocument/2006/relationships/slide" Target="/ppt/slides/slide10.xml" Id="Rd3cbebeedb5141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059cb2927749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e4a468b85e4fb9" /><Relationship Type="http://schemas.openxmlformats.org/officeDocument/2006/relationships/notesMaster" Target="/ppt/notesMasters/notesMaster1.xml" Id="R9ed9bfa5cc31430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f0e602018d4a5b" /><Relationship Type="http://schemas.openxmlformats.org/officeDocument/2006/relationships/notesMaster" Target="/ppt/notesMasters/notesMaster1.xml" Id="R7ef73e477b9b4d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94d960b7684b50" /><Relationship Type="http://schemas.openxmlformats.org/officeDocument/2006/relationships/notesMaster" Target="/ppt/notesMasters/notesMaster1.xml" Id="Re5580382f12646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8ba1968df64f6c" /><Relationship Type="http://schemas.openxmlformats.org/officeDocument/2006/relationships/notesMaster" Target="/ppt/notesMasters/notesMaster1.xml" Id="Re8ba528576be45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9de31b42a94f7f" /><Relationship Type="http://schemas.openxmlformats.org/officeDocument/2006/relationships/notesMaster" Target="/ppt/notesMasters/notesMaster1.xml" Id="Rb10fe39d7936415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1bc4bcc6a04de1" /><Relationship Type="http://schemas.openxmlformats.org/officeDocument/2006/relationships/notesMaster" Target="/ppt/notesMasters/notesMaster1.xml" Id="Rf1c9d61b47ea46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4a13850ba84a3c" /><Relationship Type="http://schemas.openxmlformats.org/officeDocument/2006/relationships/notesMaster" Target="/ppt/notesMasters/notesMaster1.xml" Id="R0bae7b7876cc4c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923d2fa34d94088" /><Relationship Type="http://schemas.openxmlformats.org/officeDocument/2006/relationships/notesMaster" Target="/ppt/notesMasters/notesMaster1.xml" Id="R6c146868aa72458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f4c931b35574e06" /><Relationship Type="http://schemas.openxmlformats.org/officeDocument/2006/relationships/notesMaster" Target="/ppt/notesMasters/notesMaster1.xml" Id="Rf18295901ae24e8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26446f3907442a8" /><Relationship Type="http://schemas.openxmlformats.org/officeDocument/2006/relationships/notesMaster" Target="/ppt/notesMasters/notesMaster1.xml" Id="R88429f2ae80646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Allow 12–15 minutes. Be sensitive to students with sick or grieving family members. Do not promise that a sacrament guarantees physical recovery.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Our Sacramental Life, Sixth Grade, June 2026, Sunday School of the North American Dioceses of the Malankara Orthodox Syrian Church. User-supplied curriculum. Teaching summaries and practice questions are paraphrased. Printed pp. 51–55.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Avoid blaming a sick person. The curriculum places suffering in the fallen condition of the world and presents Christ as healer. Students may need reassurance that illness is not their fault.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Our Sacramental Life, Sixth Grade, June 2026, Sunday School of the North American Dioceses of the Malankara Orthodox Syrian Church. User-supplied curriculum. Teaching summaries and practice questions are paraphrased. Printed pp. 51–52.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lesson includes physical, spiritual, mental, and emotional needs. God’s care is present even when an illness continues. Encourage medical care alongside prayer.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Our Sacramental Life, Sixth Grade, June 2026, Sunday School of the North American Dioceses of the Malankara Orthodox Syrian Church. User-supplied curriculum. Teaching summaries and practice questions are paraphrased. Printed pp. 51–53.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unction as anointing. Refer students and families to their priest for pastoral guidance. Avoid treating the rite as a last resort or as a replacement for treatment.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Our Sacramental Life, Sixth Grade, June 2026, Sunday School of the North American Dioceses of the Malankara Orthodox Syrian Church. User-supplied curriculum. Teaching summaries and practice questions are paraphrased. Printed pp. 52–53.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curriculum describes the priest placing a hand on the head, an opportunity for confession, and anointing the forehead and chest with olive oil (zythe). This is distinct from Holy Chrism. Paraphrase Scripture rather than inventing a quotation.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Our Sacramental Life, Sixth Grade, June 2026, Sunday School of the North American Dioceses of the Malankara Orthodox Syrian Church. User-supplied curriculum. Teaching summaries and practice questions are paraphrased. Printed pp. 53–54.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Retell the Good Samaritan briefly. The curriculum’s Church interpretation sees Christ in the compassionate Samaritan and the Church in the inn. Identify this as a spiritual reading of the parable. Image: Good Samaritan icon reproduced in the curriculum, printed p. 54.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Our Sacramental Life, Sixth Grade, June 2026, Sunday School of the North American Dioceses of the Malankara Orthodox Syrian Church. User-supplied curriculum. Teaching summaries and practice questions are paraphrased. Printed pp. 54–55.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Age-appropriate actions include a card, a kind message, or a family-approved visit. Respect rest, privacy, and health precautions. Prayer complements medical care.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Our Sacramental Life, Sixth Grade, June 2026, Sunday School of the North American Dioceses of the Malankara Orthodox Syrian Church. User-supplied curriculum. Teaching summaries and practice questions are paraphrased. Printed p. 55.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New classroom application. Examples: send a message, share class notes, make a card, or include them remotely when appropriate. Do not speculate about the illness or demand private details.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Our Sacramental Life, Sixth Grade, June 2026, Sunday School of the North American Dioceses of the Malankara Orthodox Syrian Church. User-supplied curriculum. Teaching summaries and practice questions are paraphrased. Printed p. 55.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Allow students to answer before advancing. These are newly written curriculum-based practice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Our Sacramental Life, Sixth Grade, June 2026, Sunday School of the North American Dioceses of the Malankara Orthodox Syrian Church. User-supplied curriculum. Teaching summaries and practice questions are paraphrased. Printed pp. 52–55.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Accept suitable practical examples. Reaffirm that prayer and medical care belong together and that ongoing illness does not mean weak faith.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Our Sacramental Life, Sixth Grade, June 2026, Sunday School of the North American Dioceses of the Malankara Orthodox Syrian Church. User-supplied curriculum. Teaching summaries and practice questions are paraphrased. Printed pp. 51–55.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a08095737245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10ecd3e957487e" /><Relationship Type="http://schemas.openxmlformats.org/officeDocument/2006/relationships/slideLayout" Target="/ppt/slideLayouts/slideLayout1.xml" Id="Racb957ebf2304d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b957ebf2304d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1966045eac4738" /><Relationship Type="http://schemas.openxmlformats.org/officeDocument/2006/relationships/notesSlide" Target="/ppt/notesSlides/notesSlide1.xml" Id="R4634fceb30514b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167a5b66f64c7e" /><Relationship Type="http://schemas.openxmlformats.org/officeDocument/2006/relationships/notesSlide" Target="/ppt/notesSlides/notesSlide2.xml" Id="Rcc167c9f1f484d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ee4f6b9d9e4dc6" /><Relationship Type="http://schemas.openxmlformats.org/officeDocument/2006/relationships/notesSlide" Target="/ppt/notesSlides/notesSlide3.xml" Id="R8f8db300034140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bf2c058c6e4721" /><Relationship Type="http://schemas.openxmlformats.org/officeDocument/2006/relationships/notesSlide" Target="/ppt/notesSlides/notesSlide4.xml" Id="R2353a7b0b2f746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6a641d878741bf" /><Relationship Type="http://schemas.openxmlformats.org/officeDocument/2006/relationships/notesSlide" Target="/ppt/notesSlides/notesSlide5.xml" Id="Ra181df3d46de43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bf9f3d275b431d" /><Relationship Type="http://schemas.openxmlformats.org/officeDocument/2006/relationships/image" Target="/ppt/media/image.png" Id="Rbdcfab59b5594bb0" /><Relationship Type="http://schemas.openxmlformats.org/officeDocument/2006/relationships/notesSlide" Target="/ppt/notesSlides/notesSlide6.xml" Id="R634ffecd164d4e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2894317ac24bc8" /><Relationship Type="http://schemas.openxmlformats.org/officeDocument/2006/relationships/notesSlide" Target="/ppt/notesSlides/notesSlide7.xml" Id="R74c7b4ecb32d425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46f26a2e6f4eaf" /><Relationship Type="http://schemas.openxmlformats.org/officeDocument/2006/relationships/notesSlide" Target="/ppt/notesSlides/notesSlide8.xml" Id="R681adc0d1c73454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b474a3c4194d88" /><Relationship Type="http://schemas.openxmlformats.org/officeDocument/2006/relationships/notesSlide" Target="/ppt/notesSlides/notesSlide9.xml" Id="Ra44c943c7e9e4f2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57ebd7170948b4" /><Relationship Type="http://schemas.openxmlformats.org/officeDocument/2006/relationships/notesSlide" Target="/ppt/notesSlides/notesSlide10.xml" Id="R30f4ff0cdf5a492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A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43A3CD-59C8-46B5-AC1A-4D8B12EB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5F0E5"/>
                </a:solidFill>
                <a:latin typeface="Helvetica Neue"/>
                <a:ea typeface="Helvetica Neue"/>
                <a:cs typeface="Helvetica Neue"/>
              </a:rPr>
              <a:t>Anointing of the Sick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1722D4-EA42-496A-82D3-E6196449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rPr>
              <a:t>TALMIDO / CHAPTER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23FC8C-630F-4722-A568-92413396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rPr>
              <a:t>Christ cares for the whole person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B4CE7B-B309-4FF4-AB35-75B03436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8C6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E8C66C"/>
                </a:solidFill>
                <a:latin typeface="Helvetica Neue"/>
                <a:ea typeface="Helvetica Neue"/>
                <a:cs typeface="Helvetica Neue"/>
              </a:rPr>
              <a:t>Prayer, healing, and the love of the Church.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0AB877-0A83-4947-8CA3-73F1B14F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rPr>
              <a:t>Talmido 9   /   pp. 51–55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11BAFE-D572-48D7-9B11-06E4141E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102993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A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DF2C1C-759C-480B-A67B-2456ACF8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5F0E5"/>
                </a:solidFill>
                <a:latin typeface="Helvetica Neue"/>
                <a:ea typeface="Helvetica Neue"/>
                <a:cs typeface="Helvetica Neue"/>
              </a:rPr>
              <a:t>God does not abandon us in suffering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ADE55A-CAAF-433B-A0E8-F42EA758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rPr>
              <a:t>We live in a world marked by suffering.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0E21CB-47DC-4D45-933B-146C1ABC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rPr>
              <a:t>Illness is not proof of a person’s sin.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9BB913-425A-4638-ABAE-EBA264F9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8C6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E8C66C"/>
                </a:solidFill>
                <a:latin typeface="Helvetica Neue"/>
                <a:ea typeface="Helvetica Neue"/>
                <a:cs typeface="Helvetica Neue"/>
              </a:rPr>
              <a:t>Christ meets us with compassion.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DCA8A5-87C6-44B3-8085-D2EE79AF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rPr>
              <a:t>Talmido 9   /   pp. 51–52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F323D4-7CF5-4EE3-8C13-978D0B2F8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501303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A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F57C11-E76B-407E-8E69-42AEEA4E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5F0E5"/>
                </a:solidFill>
                <a:latin typeface="Helvetica Neue"/>
                <a:ea typeface="Helvetica Neue"/>
                <a:cs typeface="Helvetica Neue"/>
              </a:rPr>
              <a:t>Healing is more than physical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1E6246-31EC-42FB-8F34-F915A165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rPr>
              <a:t>We bring body and soul before God.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121D57-D1F0-4A52-B55B-AC349738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rPr>
              <a:t>We seek strength, peace, and healing.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5691C7-1240-4403-9819-BAC8A44E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8C6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E8C66C"/>
                </a:solidFill>
                <a:latin typeface="Helvetica Neue"/>
                <a:ea typeface="Helvetica Neue"/>
                <a:cs typeface="Helvetica Neue"/>
              </a:rPr>
              <a:t>The Church supports the whole person.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E688D3-72CA-4C9B-9CF1-76FEB43F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rPr>
              <a:t>Talmido 9   /   pp. 51–53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DCE17C-C294-49D9-B556-92EB6D6D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852247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A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56A9C0-FB0A-464A-98E7-2BD5FA86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5F0E5"/>
                </a:solidFill>
                <a:latin typeface="Helvetica Neue"/>
                <a:ea typeface="Helvetica Neue"/>
                <a:cs typeface="Helvetica Neue"/>
              </a:rPr>
              <a:t>A sacrament for those who are sick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175013-CA3F-451A-A32F-424E7F3A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rPr>
              <a:t>Holy Unction is another name for this sacrament.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29C528-24B1-42BD-8D2E-A70CA68A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rPr>
              <a:t>It is not only for the moment of death.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0E9510-0EC8-465B-98A7-B4C8E2B7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8C6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E8C66C"/>
                </a:solidFill>
                <a:latin typeface="Helvetica Neue"/>
                <a:ea typeface="Helvetica Neue"/>
                <a:cs typeface="Helvetica Neue"/>
              </a:rPr>
              <a:t>It may be received again when needed.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77288E-DF68-4ADE-B3D5-12063AE6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rPr>
              <a:t>Talmido 9   /   pp. 52–53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15CB08-5827-434E-98F4-594C0A0A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015873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A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D4CB99-CA43-4F65-831C-061DBE4C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5F0E5"/>
                </a:solidFill>
                <a:latin typeface="Helvetica Neue"/>
                <a:ea typeface="Helvetica Neue"/>
                <a:cs typeface="Helvetica Neue"/>
              </a:rPr>
              <a:t>Prayer and anointing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718733-DA45-4FCB-83EC-72429111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rPr>
              <a:t>Scripture, hymns, and prayers are offered.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D4759A-2050-4512-8183-7DB719997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rPr>
              <a:t>The priest prays and anoints with holy oil.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F07E9D-0B54-493E-926F-E33E5FE5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8C6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E8C66C"/>
                </a:solidFill>
                <a:latin typeface="Helvetica Neue"/>
                <a:ea typeface="Helvetica Neue"/>
                <a:cs typeface="Helvetica Neue"/>
              </a:rPr>
              <a:t>James 5:14–15 connects prayer and anointing.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6CEA15-A568-4829-BF56-84CE239B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rPr>
              <a:t>Talmido 9   /   pp. 53–54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2E81AC-67E8-4E3D-B5F8-203F2771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002036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A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8ACCC1-8BAE-46E8-9C29-EF1FA39B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5F0E5"/>
                </a:solidFill>
                <a:latin typeface="Helvetica Neue"/>
                <a:ea typeface="Helvetica Neue"/>
                <a:cs typeface="Helvetica Neue"/>
              </a:rPr>
              <a:t>The Good Samaritan: compassion in 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999081-642B-4DED-936E-C2E7C781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60483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rPr>
              <a:t>He sees the wounded man.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2B139B-AE83-4B18-B776-29162F5B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60483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rPr>
              <a:t>He stops and cares for him.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719629-6D37-4D0D-96DC-94CFD4E6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60483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8C6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E8C66C"/>
                </a:solidFill>
                <a:latin typeface="Helvetica Neue"/>
                <a:ea typeface="Helvetica Neue"/>
                <a:cs typeface="Helvetica Neue"/>
              </a:rPr>
              <a:t>Love becomes practical help.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FE33B1-0043-4DBB-8AA0-469E4BFA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rPr>
              <a:t>Talmido 9   /   pp. 54–55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CD4005-C3E5-46B1-BCFD-FD4359A8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cfab59b5594bb0"/>
          <a:stretch xmlns:a="http://schemas.openxmlformats.org/drawingml/2006/main"/>
        </p:blipFill>
        <p:spPr>
          <a:xfrm xmlns:a="http://schemas.openxmlformats.org/drawingml/2006/main">
            <a:off x="7143750" y="2394624"/>
            <a:ext cx="4286250" cy="292600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6325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A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1A25AD-D411-4458-AA1E-3B33E38E4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5F0E5"/>
                </a:solidFill>
                <a:latin typeface="Helvetica Neue"/>
                <a:ea typeface="Helvetica Neue"/>
                <a:cs typeface="Helvetica Neue"/>
              </a:rPr>
              <a:t>We can care for people who are sick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CFF50F-C2D1-4188-9A31-2A9270BC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rPr>
              <a:t>Pray for them.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969DBF-18C8-4FEF-A22C-1F134A66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rPr>
              <a:t>Offer company and encouragement.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859230-BFF8-4C9B-AF5A-1C6D44FA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8C6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E8C66C"/>
                </a:solidFill>
                <a:latin typeface="Helvetica Neue"/>
                <a:ea typeface="Helvetica Neue"/>
                <a:cs typeface="Helvetica Neue"/>
              </a:rPr>
              <a:t>Support the care they need.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14EC2E-937E-406D-951B-33FB2E4E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rPr>
              <a:t>Talmido 9   /   p. 55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9B905D-D4EE-459F-8C17-48242A3A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0995756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A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2BA3A4-3B2C-45CC-A048-D63C3F49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5F0E5"/>
                </a:solidFill>
                <a:latin typeface="Helvetica Neue"/>
                <a:ea typeface="Helvetica Neue"/>
                <a:cs typeface="Helvetica Neue"/>
              </a:rPr>
              <a:t>How could you help?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CA1A4E-7AD8-4D12-9F59-8F4D1BF6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rPr>
              <a:t>A friend is away from school because of illness.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1BBDC2-75CB-4873-A4F7-ACC5C98B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rPr>
              <a:t>They feel lonely and left out.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0BE7F1-5A43-4516-8BEA-138FC57B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8C6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E8C66C"/>
                </a:solidFill>
                <a:latin typeface="Helvetica Neue"/>
                <a:ea typeface="Helvetica Neue"/>
                <a:cs typeface="Helvetica Neue"/>
              </a:rPr>
              <a:t>Name one kind action you could take.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0D0859-B529-40B6-B6DA-954FEDA1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rPr>
              <a:t>Talmido 9   /   p. 55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8AE610-C1C9-435B-A695-AD5238BD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5586336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A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0B8833-155C-45E2-A3F8-DE0A3240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5F0E5"/>
                </a:solidFill>
                <a:latin typeface="Helvetica Neue"/>
                <a:ea typeface="Helvetica Neue"/>
                <a:cs typeface="Helvetica Neue"/>
              </a:rPr>
              <a:t>Chapter 9 quick quiz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3E1E86-51C4-4365-B936-96EB9CA9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rPr>
              <a:t>1. What is another name for this sacrament?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E9349B-AF8F-4324-B099-E5CDA113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rPr>
              <a:t>2. Is it only for someone near death?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B79820-39C9-4F13-89EA-FAF4A768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8C6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E8C66C"/>
                </a:solidFill>
                <a:latin typeface="Helvetica Neue"/>
                <a:ea typeface="Helvetica Neue"/>
                <a:cs typeface="Helvetica Neue"/>
              </a:rPr>
              <a:t>3. Name one way we can care for the sick.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C5B7A4-C366-4E76-8DC0-D6B764F9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rPr>
              <a:t>Talmido 9   /   pp. 52–55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A05935-F8CE-47CC-96A5-E2311D8F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6353141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A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FF4263-16D2-446F-94B6-21C3C371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5F0E5"/>
                </a:solidFill>
                <a:latin typeface="Helvetica Neue"/>
                <a:ea typeface="Helvetica Neue"/>
                <a:cs typeface="Helvetica Neue"/>
              </a:rPr>
              <a:t>Answers and one idea to remember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18893D-411D-4C89-B88F-DB27A481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rPr>
              <a:t>1. Holy Unction.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E6A60B-822A-48B6-815A-A56B29BD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rPr>
              <a:t>2. No. It is for the sick and may be repeated.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D15BD7-E5C3-4586-A3FF-3A323095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95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rPr>
              <a:t>3. Pray, encourage, visit appropriately, or help.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F7FBDC-AFAE-42FC-9788-F6B94172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29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8C6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E8C66C"/>
                </a:solidFill>
                <a:latin typeface="Helvetica Neue"/>
                <a:ea typeface="Helvetica Neue"/>
                <a:cs typeface="Helvetica Neue"/>
              </a:rPr>
              <a:t>Christ’s compassion calls us to care.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61EF11-7695-4797-88BA-4960A970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rPr>
              <a:t>Talmido 9   /   pp. 51–55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C24325-0CDA-4F9F-A46D-A22D7BA9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134276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2026-10-07T19:23:48.7790000Z</dcterms:created>
  <dcterms:modified xsi:type="dcterms:W3CDTF">2026-10-07T19:23:48.7790000Z</dcterms:modified>
</coreProperties>
</file>