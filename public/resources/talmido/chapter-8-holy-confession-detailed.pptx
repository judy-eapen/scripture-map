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1d7deacc645d3" /><Relationship Type="http://schemas.openxmlformats.org/officeDocument/2006/relationships/extended-properties" Target="/docProps/app.xml" Id="Rb848b283862a4158" /><Relationship Type="http://schemas.openxmlformats.org/officeDocument/2006/relationships/officeDocument" Target="/ppt/presentation.xml" Id="R8a1ea43c40c9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7a18f167d7479c"/>
  </p:sldMasterIdLst>
  <p:notesMasterIdLst>
    <p:notesMasterId xmlns:r="http://schemas.openxmlformats.org/officeDocument/2006/relationships" r:id="Rb9707b15fbf44ef4"/>
  </p:notesMasterIdLst>
  <p:sldIdLst>
    <p:sldId xmlns:r="http://schemas.openxmlformats.org/officeDocument/2006/relationships" id="256" r:id="R812ffad1a9ce43c7"/>
    <p:sldId xmlns:r="http://schemas.openxmlformats.org/officeDocument/2006/relationships" id="257" r:id="R1c8d439803c74bb3"/>
    <p:sldId xmlns:r="http://schemas.openxmlformats.org/officeDocument/2006/relationships" id="258" r:id="Rb09f6b68006c4afb"/>
    <p:sldId xmlns:r="http://schemas.openxmlformats.org/officeDocument/2006/relationships" id="259" r:id="Rc9c52492918e4202"/>
    <p:sldId xmlns:r="http://schemas.openxmlformats.org/officeDocument/2006/relationships" id="260" r:id="R674f328b6d684bc2"/>
    <p:sldId xmlns:r="http://schemas.openxmlformats.org/officeDocument/2006/relationships" id="261" r:id="R1fd038df5e954db4"/>
    <p:sldId xmlns:r="http://schemas.openxmlformats.org/officeDocument/2006/relationships" id="262" r:id="R88a55368e0ce45d4"/>
    <p:sldId xmlns:r="http://schemas.openxmlformats.org/officeDocument/2006/relationships" id="263" r:id="Rd34509e589cc495f"/>
    <p:sldId xmlns:r="http://schemas.openxmlformats.org/officeDocument/2006/relationships" id="264" r:id="Rd5f02cd8a9424172"/>
    <p:sldId xmlns:r="http://schemas.openxmlformats.org/officeDocument/2006/relationships" id="265" r:id="R8d0fcc1a5c8b4ed5"/>
    <p:sldId xmlns:r="http://schemas.openxmlformats.org/officeDocument/2006/relationships" id="266" r:id="Rddbdd9f43db44c6e"/>
    <p:sldId xmlns:r="http://schemas.openxmlformats.org/officeDocument/2006/relationships" id="267" r:id="R00e0c2d5c323473e"/>
    <p:sldId xmlns:r="http://schemas.openxmlformats.org/officeDocument/2006/relationships" id="268" r:id="R66f0844cd4dd4409"/>
    <p:sldId xmlns:r="http://schemas.openxmlformats.org/officeDocument/2006/relationships" id="269" r:id="R9a134ca1607043cf"/>
    <p:sldId xmlns:r="http://schemas.openxmlformats.org/officeDocument/2006/relationships" id="270" r:id="Rc4059575412a48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f4db95ef94a74" /><Relationship Type="http://schemas.openxmlformats.org/officeDocument/2006/relationships/slideMaster" Target="/ppt/slideMasters/slideMaster1.xml" Id="Rb37a18f167d7479c" /><Relationship Type="http://schemas.openxmlformats.org/officeDocument/2006/relationships/notesMaster" Target="/ppt/notesMasters/notesMaster1.xml" Id="Rb9707b15fbf44ef4" /><Relationship Type="http://schemas.openxmlformats.org/officeDocument/2006/relationships/presProps" Target="/ppt/presProps.xml" Id="R029aa04b51ee46a3" /><Relationship Type="http://schemas.openxmlformats.org/officeDocument/2006/relationships/tableStyles" Target="/ppt/tableStyles.xml" Id="Rc8e42a9863c94754" /><Relationship Type="http://schemas.openxmlformats.org/officeDocument/2006/relationships/slide" Target="/ppt/slides/slide1.xml" Id="R812ffad1a9ce43c7" /><Relationship Type="http://schemas.openxmlformats.org/officeDocument/2006/relationships/slide" Target="/ppt/slides/slide2.xml" Id="R1c8d439803c74bb3" /><Relationship Type="http://schemas.openxmlformats.org/officeDocument/2006/relationships/slide" Target="/ppt/slides/slide3.xml" Id="Rb09f6b68006c4afb" /><Relationship Type="http://schemas.openxmlformats.org/officeDocument/2006/relationships/slide" Target="/ppt/slides/slide4.xml" Id="Rc9c52492918e4202" /><Relationship Type="http://schemas.openxmlformats.org/officeDocument/2006/relationships/slide" Target="/ppt/slides/slide5.xml" Id="R674f328b6d684bc2" /><Relationship Type="http://schemas.openxmlformats.org/officeDocument/2006/relationships/slide" Target="/ppt/slides/slide6.xml" Id="R1fd038df5e954db4" /><Relationship Type="http://schemas.openxmlformats.org/officeDocument/2006/relationships/slide" Target="/ppt/slides/slide7.xml" Id="R88a55368e0ce45d4" /><Relationship Type="http://schemas.openxmlformats.org/officeDocument/2006/relationships/slide" Target="/ppt/slides/slide8.xml" Id="Rd34509e589cc495f" /><Relationship Type="http://schemas.openxmlformats.org/officeDocument/2006/relationships/slide" Target="/ppt/slides/slide9.xml" Id="Rd5f02cd8a9424172" /><Relationship Type="http://schemas.openxmlformats.org/officeDocument/2006/relationships/slide" Target="/ppt/slides/slide10.xml" Id="R8d0fcc1a5c8b4ed5" /><Relationship Type="http://schemas.openxmlformats.org/officeDocument/2006/relationships/slide" Target="/ppt/slides/slide11.xml" Id="Rddbdd9f43db44c6e" /><Relationship Type="http://schemas.openxmlformats.org/officeDocument/2006/relationships/slide" Target="/ppt/slides/slide12.xml" Id="R00e0c2d5c323473e" /><Relationship Type="http://schemas.openxmlformats.org/officeDocument/2006/relationships/slide" Target="/ppt/slides/slide13.xml" Id="R66f0844cd4dd4409" /><Relationship Type="http://schemas.openxmlformats.org/officeDocument/2006/relationships/slide" Target="/ppt/slides/slide14.xml" Id="R9a134ca1607043cf" /><Relationship Type="http://schemas.openxmlformats.org/officeDocument/2006/relationships/slide" Target="/ppt/slides/slide15.xml" Id="Rc4059575412a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64dde6f1494c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34c753c144133" /><Relationship Type="http://schemas.openxmlformats.org/officeDocument/2006/relationships/notesMaster" Target="/ppt/notesMasters/notesMaster1.xml" Id="R091e65fdb72344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ecacc23b84193" /><Relationship Type="http://schemas.openxmlformats.org/officeDocument/2006/relationships/notesMaster" Target="/ppt/notesMasters/notesMaster1.xml" Id="Rc7169b4781c348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b822fd4b5f4002" /><Relationship Type="http://schemas.openxmlformats.org/officeDocument/2006/relationships/notesMaster" Target="/ppt/notesMasters/notesMaster1.xml" Id="Rcd2c79320cf743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97c5c763414b5b" /><Relationship Type="http://schemas.openxmlformats.org/officeDocument/2006/relationships/notesMaster" Target="/ppt/notesMasters/notesMaster1.xml" Id="Rfd10ea9353a34f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ab7b6835b046a4" /><Relationship Type="http://schemas.openxmlformats.org/officeDocument/2006/relationships/notesMaster" Target="/ppt/notesMasters/notesMaster1.xml" Id="R27b822c1f46141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4a76acb3c34ee4" /><Relationship Type="http://schemas.openxmlformats.org/officeDocument/2006/relationships/notesMaster" Target="/ppt/notesMasters/notesMaster1.xml" Id="Rd16b790f7e5b45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58e4281f5474f" /><Relationship Type="http://schemas.openxmlformats.org/officeDocument/2006/relationships/notesMaster" Target="/ppt/notesMasters/notesMaster1.xml" Id="Rac36045af35f49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b9ab00ebfa470e" /><Relationship Type="http://schemas.openxmlformats.org/officeDocument/2006/relationships/notesMaster" Target="/ppt/notesMasters/notesMaster1.xml" Id="Rccdecf01bcc645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55dc76181d4600" /><Relationship Type="http://schemas.openxmlformats.org/officeDocument/2006/relationships/notesMaster" Target="/ppt/notesMasters/notesMaster1.xml" Id="R93941031441447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76f8cfa4384df0" /><Relationship Type="http://schemas.openxmlformats.org/officeDocument/2006/relationships/notesMaster" Target="/ppt/notesMasters/notesMaster1.xml" Id="R924a5060d5484b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253bf8e0b24683" /><Relationship Type="http://schemas.openxmlformats.org/officeDocument/2006/relationships/notesMaster" Target="/ppt/notesMasters/notesMaster1.xml" Id="R9582415ac2224b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b484f51c914260" /><Relationship Type="http://schemas.openxmlformats.org/officeDocument/2006/relationships/notesMaster" Target="/ppt/notesMasters/notesMaster1.xml" Id="R2e2659647da040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b5295e64dd45c6" /><Relationship Type="http://schemas.openxmlformats.org/officeDocument/2006/relationships/notesMaster" Target="/ppt/notesMasters/notesMaster1.xml" Id="Rbb01929e0f904d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fb99b395ec4d25" /><Relationship Type="http://schemas.openxmlformats.org/officeDocument/2006/relationships/notesMaster" Target="/ppt/notesMasters/notesMaster1.xml" Id="Ra501debe0faa4a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1a5d20c5c64a78" /><Relationship Type="http://schemas.openxmlformats.org/officeDocument/2006/relationships/notesMaster" Target="/ppt/notesMasters/notesMaster1.xml" Id="Rb1723a43e3f543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pp. 47–50.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pp. 47–48.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p. 47.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p. 47.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p. 48.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p. 48.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classroom discussion general. Do not invite children to disclose their sins to the teacher or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p. 48.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collect or read students’ private lists. The final question is a teaching aid, not a quotation from the curriculum.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p. 49.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p. 49.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p. 49.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textbook’s reflection question in light of its instructions to repent sincerely and work with the priest.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pp. 49–50.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last paragraph is age-appropriate pastoral application, rather than a quotation from the textbook.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pp. 49–50.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pp. 49–50; ch. 7 p. 45.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explanations in the student’s own words. Keep examples fictional and never ask for personal confessions.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pp. 47–50.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explanation together. Invite the student to explain the main idea in their own words before continuing.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Our Sacramental Life, Sixth Grade, June 2026, Sunday School of the North American Dioceses of the Malankara Orthodox Syrian Church. User-supplied curriculum, printed pp. 47–50. Plain-language teaching paraphrase. Vocabulary explanations also draw on the user-supplied teaching screenshots. Classroom examples are applications, not textbook quotations.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010479d97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e7953648254b86" /><Relationship Type="http://schemas.openxmlformats.org/officeDocument/2006/relationships/slideLayout" Target="/ppt/slideLayouts/slideLayout1.xml" Id="Rfe0cd67ba87d4f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0cd67ba87d4f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9b2cafcb649b7" /><Relationship Type="http://schemas.openxmlformats.org/officeDocument/2006/relationships/notesSlide" Target="/ppt/notesSlides/notesSlide1.xml" Id="R3c98be8c443844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20495a1f94497" /><Relationship Type="http://schemas.openxmlformats.org/officeDocument/2006/relationships/notesSlide" Target="/ppt/notesSlides/notesSlide2.xml" Id="R9bc74f7ad20b4e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f77b6527e4cc0" /><Relationship Type="http://schemas.openxmlformats.org/officeDocument/2006/relationships/notesSlide" Target="/ppt/notesSlides/notesSlide3.xml" Id="R4e6f113b59ab47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007e6e01f4d49" /><Relationship Type="http://schemas.openxmlformats.org/officeDocument/2006/relationships/notesSlide" Target="/ppt/notesSlides/notesSlide4.xml" Id="Rad6d7f11c22647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ad9b4aba942f1" /><Relationship Type="http://schemas.openxmlformats.org/officeDocument/2006/relationships/notesSlide" Target="/ppt/notesSlides/notesSlide5.xml" Id="Ree085e588592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2e1812f4f41d7" /><Relationship Type="http://schemas.openxmlformats.org/officeDocument/2006/relationships/notesSlide" Target="/ppt/notesSlides/notesSlide6.xml" Id="R2cd7d32b6f2043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926855ea3424a" /><Relationship Type="http://schemas.openxmlformats.org/officeDocument/2006/relationships/notesSlide" Target="/ppt/notesSlides/notesSlide7.xml" Id="R12fd4c3a48464e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c6a32c8e4244" /><Relationship Type="http://schemas.openxmlformats.org/officeDocument/2006/relationships/notesSlide" Target="/ppt/notesSlides/notesSlide8.xml" Id="R2c463719dd5543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5a1c1cfbf483f" /><Relationship Type="http://schemas.openxmlformats.org/officeDocument/2006/relationships/notesSlide" Target="/ppt/notesSlides/notesSlide9.xml" Id="Re033a0934ecb4e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7f55c5e3c471c" /><Relationship Type="http://schemas.openxmlformats.org/officeDocument/2006/relationships/notesSlide" Target="/ppt/notesSlides/notesSlide10.xml" Id="R03d54c20d8cc45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fe5df259d47a0" /><Relationship Type="http://schemas.openxmlformats.org/officeDocument/2006/relationships/notesSlide" Target="/ppt/notesSlides/notesSlide11.xml" Id="Rdcaae2299c314e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0109781154a79" /><Relationship Type="http://schemas.openxmlformats.org/officeDocument/2006/relationships/notesSlide" Target="/ppt/notesSlides/notesSlide12.xml" Id="Re20e75a028a54d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cdfbe96b04af7" /><Relationship Type="http://schemas.openxmlformats.org/officeDocument/2006/relationships/notesSlide" Target="/ppt/notesSlides/notesSlide13.xml" Id="R86b6525100654c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1d9be00ef4c6a" /><Relationship Type="http://schemas.openxmlformats.org/officeDocument/2006/relationships/notesSlide" Target="/ppt/notesSlides/notesSlide14.xml" Id="R3df732cdae2f43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0da4abff54468" /><Relationship Type="http://schemas.openxmlformats.org/officeDocument/2006/relationships/notesSlide" Target="/ppt/notesSlides/notesSlide15.xml" Id="R934c7a8631394b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62446-74BE-405A-9F4D-AD0A80B6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Holy Confession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0DB1F-B53C-4EEC-8683-9B086EED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Chapter 8 explains how we return to God when sin has wounded our relationship with Him. The Church presents Confession as a sacrament of healing.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8BD4D-84D2-4548-A2E6-220074D4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We will look at God’s welcome, the priest’s role, how to prepare, and why repentance includes the way we treat other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D73E2-043C-4CE0-BB1B-24F21F8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pp. 47–50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1AAB7-201A-41BB-AE55-C68D1009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4537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B4BEB-D230-442A-87CD-1FA18548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The big picture: sin and healing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F7D59-007A-4563-B5DA-7D3B5A43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chapter compares sin with spiritual sickness. When we choose sin, we turn away from God and damage our communion, or shared life, with Him.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12570-73B5-4B04-80A7-FA78B123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Confession helps us return. We acknowledge our sins, repent, and receive God’s forgiveness through the ministry He has entrusted to the Church.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F6D17-FBDA-4585-BF27-4B6AB5D0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comparison with sickness helps explain our need for care and healing. It does not mean that physical illness is proof that a person has sinned.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77F51-32A0-4C28-9777-348E2B07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pp. 47–48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63A64-73F3-4B5F-9E1C-7CE884D2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0086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329FF-FA99-4F04-8088-9CF20951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The prodigal son: why the story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86631-84AD-4CFD-92B4-B19D6D43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prodigal son leaves his father and becomes separated from his family’s love and life. The chapter uses his loneliness as a picture of what sin does to our communion with God.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35ECA-D2DF-460B-933A-B003A2FE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When the son turns back, his father welcomes him. The father’s response shows the love with which God receives those who return in repentance.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93FBE-1458-479A-B392-A8113838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important movement is leaving, recognizing our need, and returning. Ask: What does the father’s welcome teach us about approaching God after doing wrong?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1E245-3C23-474F-8965-38E66C3C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p. 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BC3A7-9152-4D73-8A24-4EBDE9E9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96531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7C450-F499-4CB9-BFEF-08A6394A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Repentance means turning 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AF37C-DC1D-4D33-A6EF-F61A7FF4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Repentance includes recognizing that we have done wrong, being sincerely sorry, and choosing to turn toward God again. It changes the direction we want our life to take.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B273D-82AB-435E-9522-D6E59CFF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chapter also recalls the lost sheep and the joy in heaven when a sinner repents. God wants our return and restoration, so we can approach Him with hope.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5E1BE-7F92-45F6-8880-8E0FACCA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Feeling embarrassed can make us want to hide. Repentance moves us toward honesty, help, and a renewed relationship with God.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03E6B-72E4-416D-97C4-48C93047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p. 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57110-595C-4E78-A81D-D64D1120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5354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9B5E3-C271-4996-9E23-E8650B0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Why do we confess before a priest?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A1879-E399-418F-87AC-A288CC8D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We confess to God in the presence of the priest. God is the source of forgiveness. The priest witnesses our confession, guides us, and ministers God’s forgiveness.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D6764-A662-4AEF-B1C6-D7B33FD2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chapter compares the priest’s role with a doctor’s care. A doctor helps a sick person seek healing, and a spiritual father helps us recognize and overcome patterns of 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378E9-5D4D-45C9-809E-AD2EC53E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Personal prayer remains important. Sacramental Confession is the particular way the Church gives us this ministry of guidance and absolution.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8E2D0-D9EB-4EB1-9F63-299FC1F4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p.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9EDF8-C654-43C1-A426-D3E39C9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31570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9EDB0-2DC8-454D-A38A-18510C49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Where does the priest’s authority come from?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BE31E-EE22-4A36-A6D5-EB986F2A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chapter points to John 20:23, where Christ gives the Apostles authority concerning the forgiveness of sins. Their ministry comes from Christ.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573FB-5F18-4134-B38C-ABF8D364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Through ordination, with the laying on of hands, this ministry continues through bishops and priests. The lesson calls this apostolic succession.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9F914-4AC4-4101-BF34-9603D23C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Absolution means the forgiveness of sins ministered in Confession. The priest serves through the authority Christ gives His Church, rather than through personal power.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A34A3-03C2-409C-85CC-1341B34F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p.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D75E9-9E1D-478F-83CD-2FEF2C7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4171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9D748-CE3B-4CDC-94BA-51F8B2F6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Feeling nervous about Confession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0B36E-22C9-4287-BC90-59119DCD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It is natural to feel nervous when speaking honestly about something shameful or painful. The textbook explains that the priest is there to listen, guide, and pray for forgiveness.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91985-91E1-4137-BAF4-8FD613BA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Getting to know a trusted spiritual father can make it easier to seek help consistently. The chapter recommends a relationship with a priest who knows and can guide you.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F9B96-2495-4BB9-83EE-E60CB4DB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You can tell the priest that you are nervous or unsure how to begin. Asking for help is a sensible first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1C01E-BE1B-4C9F-9330-49168533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p.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605A9-5372-4AF5-8863-688FE921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4699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43D0D-5B2F-445A-8AB9-A2D03933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1. Preparation: examine yourself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AC4EA-A799-4505-ABB1-4295E5DC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Before Confession, take time to think honestly about your thoughts, words, and actions. Notice where you have turned away from God or hurt other people.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FC33-F792-4402-A28B-A9E7219C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textbook suggests writing private reminders so you do not forget what you want to confess. The purpose is honest reflection, not producing impressive 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25D97-8E23-40CC-8C40-B47822B1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A useful private question is: What happened, what part was my responsibility, and what do I need help to change?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FB00E-A4F2-4437-900A-4923DDAD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p. 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ACF12-4FBD-4D56-A76C-54B47EBD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89767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B28CD-148C-4AAC-A5E1-ABE63A7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2. Preparation: sincere repentance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75E9F-873D-4128-BA7E-799C77F0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Confession asks us to be honest and genuinely sorry. If we hide the very thing for which we need help, it becomes harder to receive useful guidance.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9D28B-0418-401F-9F49-E154DF82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textbook suggests prayerful reflection on the penitential Psalms. These prayers help us express sorrow, ask for mercy, and trust in God.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C0134-7C57-45B3-915D-D0DBEB81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goal is to speak truthfully to God and seek healing. We do not need to pretend that we already have everything under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B0792-7B94-47E3-827B-B286D1BE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p. 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1BED0-B4E1-442B-BD43-490856E9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20954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FF743-98FA-4FEB-962C-B4694323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3. Preparation: a real intention to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0C121-36D2-4C25-9E88-1B89FE47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Repentance includes an intention to resist the sin and work with our priest on ways to overcome it. We take practical steps instead of simply repeating the same apology.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8877E-F039-4481-97D1-2EF86CDD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For example, a person who spreads a rumor can stop repeating it, correct the false statement, and apologize to the person harmed. This example applies the lesson to school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25D87-9669-4344-A953-F85A238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Ask: What would show that this person really wants to change? Look for actions that repair harm and prevent it from happening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D0368-9922-4271-B52C-2ABAC2D6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p. 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A6AE4-3F88-4E24-8DA0-A43C19F7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5860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9189B-0397-4F87-9ADD-D868552D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What if I make the same mistake again?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D9E96-D204-4EBD-9A51-F08AD7C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chapter asks whether we should confess when we know we might sin again. Our struggle is a reason to seek help and keep repenting, rather than give up.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DCC62-5660-4D30-9B0B-16723816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A sincere intention to change does not mean claiming we will never struggle again. We return honestly, accept guidance, and continue making an effort.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72484-02C0-435C-8970-98175CF0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We should also avoid planning to do wrong on the assumption that we can confess afterward. Repentance includes a real desire to turn away from the sin.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FD61D-607B-44CE-92B1-B35D3AA6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pp. 49–50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02E5E-357A-4516-A0F7-7068426D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196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5A58E-786E-4C8A-876D-B8FB5A28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Forgiving and making peace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8FA9C-1FB6-40D9-BD6B-7D046131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chapter connects asking God’s forgiveness with forgiving other people. It also calls us to seek forgiveness from those we have hurt and work toward reconciliation.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55251-E4B5-46BA-BC46-ED8F76A9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This is why the Kiss of Peace matters in the Holy Qurbana. We express a willingness to live in peace with others while approaching God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EC4DD-E88F-4E98-81AA-D6993CF5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Forgiveness can take effort. If someone is hurting or threatening you, seek help from a trusted adult. Forgiving does not require hiding harm or remaining unsafe.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4D67B-329F-49C9-877F-F247BAD4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pp. 49–50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CA58B-250E-4914-BC6A-58AF213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76667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D33AE-30FB-4305-A46A-103322B6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How often? What about Holy Communion?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430AC-C2E0-4BEF-8537-E10849D8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The textbook mentions recommendations about regular Confession, then tells us to discuss frequency with our priest. Our spiritual father helps guide our particular preparation.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0B113-2383-4B99-B6BA-83399587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Confession also renews our baptismal commitment to turn away from evil and follow Christ. The Christian life includes returning and growing throughout our lives.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75A97-1A12-4DEE-ACE7-A89FCC5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Chapter 7 connects Confession with preparing for Holy Communion. Repentance and reconciliation help us approach the Holy Mysteries with an attentive heart.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600D5-693B-4745-A9D9-9EFBB959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pp. 49–50; ch. 7 p. 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8957A-2424-422F-881D-675888A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5046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D3C22-432F-44F5-AED9-71D0F3BD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Chapter 8: questions to talk 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1CC53-3270-4327-AD01-7347EADF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1. Why does the chapter describe Confession as healing? What does the prodigal son’s father teach us about God?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B07C7-F229-4393-B5A0-5F4EF313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2. If God forgives us, what is the priest’s role? What does apostolic succession mean in this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67F25-1C21-445C-9A66-2AE0A4C4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3. Name the main steps of preparation. Should someone who struggles with the same sin give up on Confession? Explain why.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7A1D7-3129-4F64-95F9-5D55B503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pp. 47–50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A9CBE-6975-4BD7-A76D-B117A41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143859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5860F-6316-48A2-9261-6E0C5B89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1616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161616"/>
                </a:solidFill>
                <a:latin typeface="Georgia"/>
                <a:ea typeface="Georgia"/>
                <a:cs typeface="Georgia"/>
              </a:rPr>
              <a:t>Chapter 8: answers with explanations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86EE8-E756-407D-A739-1B9FFB1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1. Sin wounds our communion with God, and Confession helps restore it. The father welcomes his returning son, showing God’s love toward those who repent.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AF774-B74A-4E99-A027-E78E24C2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2. The priest witnesses, guides, and ministers forgiveness. Apostolic succession connects his ordained ministry through the bishops and Apostles to Christ.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BD426-2BD9-4A22-8A6D-DCE68D48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07442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421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252421"/>
                </a:solidFill>
                <a:latin typeface="Georgia"/>
                <a:ea typeface="Georgia"/>
                <a:cs typeface="Georgia"/>
              </a:rPr>
              <a:t>3. Examine yourself, repent honestly, and intend to change while seeking reconciliation. Keep seeking help when you struggle, with a sincere desire to grow.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51E5E-1521-4440-8ABB-7B0524E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Talmido Chapter 8  /  pp. 47–50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17188-2BDA-40CA-986B-AA15AB40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6256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6B6256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5044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2026-10-07T19:50:08.9360000Z</dcterms:created>
  <dcterms:modified xsi:type="dcterms:W3CDTF">2026-10-07T19:50:08.9360000Z</dcterms:modified>
</coreProperties>
</file>